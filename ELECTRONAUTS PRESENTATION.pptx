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s/comment1.xml" ContentType="application/vnd.openxmlformats-officedocument.presentationml.comment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Author id="0" name="Shreya Chaudhary" initials="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comments" Target="comments/comment1.xml"/></Relationships>

</file>

<file path=ppt/comments/comment1.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6-08-21T15:34:37.837" idx="1">
    <p:pos x="1075" y="2151"/>
    <p:text/>
    <p:extLst>
      <p:ext uri="{C676402C-5697-4E1C-873F-D02D1690AC5C}">
        <p15:threadingInfo xmlns:p15="http://schemas.microsoft.com/office/powerpoint/2012/main" timeZoneBias="-330"/>
      </p:ext>
    </p:extLst>
  </p:cm>
</p:cmLst>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spcBef>
        <a:spcPts val="400"/>
      </a:spcBef>
      <a:defRPr sz="1200">
        <a:latin typeface="+mj-lt"/>
        <a:ea typeface="+mj-ea"/>
        <a:cs typeface="+mj-cs"/>
        <a:sym typeface="Calibri"/>
      </a:defRPr>
    </a:lvl1pPr>
    <a:lvl2pPr indent="228600" defTabSz="457200" latinLnBrk="0">
      <a:spcBef>
        <a:spcPts val="400"/>
      </a:spcBef>
      <a:defRPr sz="1200">
        <a:latin typeface="+mj-lt"/>
        <a:ea typeface="+mj-ea"/>
        <a:cs typeface="+mj-cs"/>
        <a:sym typeface="Calibri"/>
      </a:defRPr>
    </a:lvl2pPr>
    <a:lvl3pPr indent="457200" defTabSz="457200" latinLnBrk="0">
      <a:spcBef>
        <a:spcPts val="400"/>
      </a:spcBef>
      <a:defRPr sz="1200">
        <a:latin typeface="+mj-lt"/>
        <a:ea typeface="+mj-ea"/>
        <a:cs typeface="+mj-cs"/>
        <a:sym typeface="Calibri"/>
      </a:defRPr>
    </a:lvl3pPr>
    <a:lvl4pPr indent="685800" defTabSz="457200" latinLnBrk="0">
      <a:spcBef>
        <a:spcPts val="400"/>
      </a:spcBef>
      <a:defRPr sz="1200">
        <a:latin typeface="+mj-lt"/>
        <a:ea typeface="+mj-ea"/>
        <a:cs typeface="+mj-cs"/>
        <a:sym typeface="Calibri"/>
      </a:defRPr>
    </a:lvl4pPr>
    <a:lvl5pPr indent="914400" defTabSz="457200" latinLnBrk="0">
      <a:spcBef>
        <a:spcPts val="400"/>
      </a:spcBef>
      <a:defRPr sz="1200">
        <a:latin typeface="+mj-lt"/>
        <a:ea typeface="+mj-ea"/>
        <a:cs typeface="+mj-cs"/>
        <a:sym typeface="Calibri"/>
      </a:defRPr>
    </a:lvl5pPr>
    <a:lvl6pPr indent="1143000" defTabSz="457200" latinLnBrk="0">
      <a:spcBef>
        <a:spcPts val="400"/>
      </a:spcBef>
      <a:defRPr sz="1200">
        <a:latin typeface="+mj-lt"/>
        <a:ea typeface="+mj-ea"/>
        <a:cs typeface="+mj-cs"/>
        <a:sym typeface="Calibri"/>
      </a:defRPr>
    </a:lvl6pPr>
    <a:lvl7pPr indent="1371600" defTabSz="457200" latinLnBrk="0">
      <a:spcBef>
        <a:spcPts val="400"/>
      </a:spcBef>
      <a:defRPr sz="1200">
        <a:latin typeface="+mj-lt"/>
        <a:ea typeface="+mj-ea"/>
        <a:cs typeface="+mj-cs"/>
        <a:sym typeface="Calibri"/>
      </a:defRPr>
    </a:lvl7pPr>
    <a:lvl8pPr indent="1600200" defTabSz="457200" latinLnBrk="0">
      <a:spcBef>
        <a:spcPts val="400"/>
      </a:spcBef>
      <a:defRPr sz="1200">
        <a:latin typeface="+mj-lt"/>
        <a:ea typeface="+mj-ea"/>
        <a:cs typeface="+mj-cs"/>
        <a:sym typeface="Calibri"/>
      </a:defRPr>
    </a:lvl8pPr>
    <a:lvl9pPr indent="1828800" defTabSz="457200" latinLnBrk="0">
      <a:spcBef>
        <a:spcPts val="400"/>
      </a:spcBef>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914400" y="2130427"/>
            <a:ext cx="10363200" cy="1470026"/>
          </a:xfrm>
          <a:prstGeom prst="rect">
            <a:avLst/>
          </a:prstGeom>
        </p:spPr>
        <p:txBody>
          <a:bodyPr/>
          <a:lstStyle/>
          <a:p>
            <a:pPr/>
            <a:r>
              <a:t>Title Text</a:t>
            </a:r>
          </a:p>
        </p:txBody>
      </p:sp>
      <p:sp>
        <p:nvSpPr>
          <p:cNvPr id="12" name="Body Level One…"/>
          <p:cNvSpPr txBox="1"/>
          <p:nvPr>
            <p:ph type="body" sz="quarter" idx="1"/>
          </p:nvPr>
        </p:nvSpPr>
        <p:spPr>
          <a:xfrm>
            <a:off x="1828800" y="3886200"/>
            <a:ext cx="85344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963084" y="4406903"/>
            <a:ext cx="10363201" cy="1362076"/>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963084" y="2906713"/>
            <a:ext cx="103632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09600" y="1600203"/>
            <a:ext cx="53848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609600" y="1535112"/>
            <a:ext cx="5386917"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93368" y="1535112"/>
            <a:ext cx="5389034"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09601" y="273050"/>
            <a:ext cx="4011085"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4766733" y="273053"/>
            <a:ext cx="6815667"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609601" y="1435103"/>
            <a:ext cx="401108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2389716" y="4800600"/>
            <a:ext cx="73152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2389716" y="612775"/>
            <a:ext cx="7315201" cy="4114800"/>
          </a:xfrm>
          <a:prstGeom prst="rect">
            <a:avLst/>
          </a:prstGeom>
        </p:spPr>
        <p:txBody>
          <a:bodyPr lIns="91439" rIns="91439">
            <a:noAutofit/>
          </a:bodyPr>
          <a:lstStyle/>
          <a:p>
            <a:pPr/>
          </a:p>
        </p:txBody>
      </p:sp>
      <p:sp>
        <p:nvSpPr>
          <p:cNvPr id="84" name="Body Level One…"/>
          <p:cNvSpPr txBox="1"/>
          <p:nvPr>
            <p:ph type="body" sz="quarter" idx="1"/>
          </p:nvPr>
        </p:nvSpPr>
        <p:spPr>
          <a:xfrm>
            <a:off x="2389716" y="5367337"/>
            <a:ext cx="73152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47625"/>
            <a:ext cx="10972800" cy="11430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09600" y="1095375"/>
            <a:ext cx="10972800" cy="503078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308744" y="6404295"/>
            <a:ext cx="273657" cy="269241"/>
          </a:xfrm>
          <a:prstGeom prst="rect">
            <a:avLst/>
          </a:prstGeom>
          <a:ln w="12700">
            <a:miter lim="400000"/>
          </a:ln>
        </p:spPr>
        <p:txBody>
          <a:bodyPr wrap="none" lIns="45719" rIns="45719" anchor="ctr">
            <a:spAutoFit/>
          </a:bodyPr>
          <a:lstStyle>
            <a:lvl1pPr algn="r">
              <a:defRPr sz="1200">
                <a:solidFill>
                  <a:srgbClr val="898989"/>
                </a:solidFill>
                <a:latin typeface="TradeGothic"/>
                <a:ea typeface="TradeGothic"/>
                <a:cs typeface="TradeGothic"/>
                <a:sym typeface="TradeGothic"/>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5pPr>
      <a:lvl6pPr marL="0" marR="0" indent="45720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6pPr>
      <a:lvl7pPr marL="0" marR="0" indent="91440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7pPr>
      <a:lvl8pPr marL="0" marR="0" indent="137160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8pPr>
      <a:lvl9pPr marL="0" marR="0" indent="182880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TradeGothic"/>
          <a:ea typeface="TradeGothic"/>
          <a:cs typeface="TradeGothic"/>
          <a:sym typeface="TradeGothic"/>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TradeGothic"/>
          <a:ea typeface="TradeGothic"/>
          <a:cs typeface="TradeGothic"/>
          <a:sym typeface="TradeGothic"/>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radeGothic"/>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jpeg"/><Relationship Id="rId4" Type="http://schemas.openxmlformats.org/officeDocument/2006/relationships/image" Target="../media/image4.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jpeg"/><Relationship Id="rId4" Type="http://schemas.openxmlformats.org/officeDocument/2006/relationships/image" Target="../media/image5.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omments" Target="../comments/comment1.xml"/><Relationship Id="rId3" Type="http://schemas.openxmlformats.org/officeDocument/2006/relationships/image" Target="../media/image2.png"/><Relationship Id="rId4" Type="http://schemas.openxmlformats.org/officeDocument/2006/relationships/image" Target="../media/image1.jpeg"/><Relationship Id="rId5" Type="http://schemas.openxmlformats.org/officeDocument/2006/relationships/hyperlink" Target="http://falstad.co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24"/>
          <p:cNvSpPr/>
          <p:nvPr/>
        </p:nvSpPr>
        <p:spPr>
          <a:xfrm>
            <a:off x="1524000" y="0"/>
            <a:ext cx="9144000"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95" name="Freeform: Shape 26"/>
          <p:cNvSpPr/>
          <p:nvPr/>
        </p:nvSpPr>
        <p:spPr>
          <a:xfrm>
            <a:off x="7288545" y="1096285"/>
            <a:ext cx="4638605" cy="5154968"/>
          </a:xfrm>
          <a:custGeom>
            <a:avLst/>
            <a:gdLst/>
            <a:ahLst/>
            <a:cxnLst>
              <a:cxn ang="0">
                <a:pos x="wd2" y="hd2"/>
              </a:cxn>
              <a:cxn ang="5400000">
                <a:pos x="wd2" y="hd2"/>
              </a:cxn>
              <a:cxn ang="10800000">
                <a:pos x="wd2" y="hd2"/>
              </a:cxn>
              <a:cxn ang="16200000">
                <a:pos x="wd2" y="hd2"/>
              </a:cxn>
            </a:cxnLst>
            <a:rect l="0" t="0" r="r" b="b"/>
            <a:pathLst>
              <a:path w="21523" h="21600" fill="norm" stroke="1" extrusionOk="0">
                <a:moveTo>
                  <a:pt x="1264" y="13095"/>
                </a:moveTo>
                <a:cubicBezTo>
                  <a:pt x="1264" y="13095"/>
                  <a:pt x="1264" y="13095"/>
                  <a:pt x="3126" y="13095"/>
                </a:cubicBezTo>
                <a:cubicBezTo>
                  <a:pt x="3243" y="13095"/>
                  <a:pt x="3355" y="13172"/>
                  <a:pt x="3412" y="13298"/>
                </a:cubicBezTo>
                <a:cubicBezTo>
                  <a:pt x="3412" y="13298"/>
                  <a:pt x="3412" y="13298"/>
                  <a:pt x="4345" y="15232"/>
                </a:cubicBezTo>
                <a:cubicBezTo>
                  <a:pt x="4405" y="15353"/>
                  <a:pt x="4405" y="15507"/>
                  <a:pt x="4345" y="15628"/>
                </a:cubicBezTo>
                <a:cubicBezTo>
                  <a:pt x="4345" y="15628"/>
                  <a:pt x="4345" y="15628"/>
                  <a:pt x="3412" y="17563"/>
                </a:cubicBezTo>
                <a:cubicBezTo>
                  <a:pt x="3355" y="17688"/>
                  <a:pt x="3243" y="17765"/>
                  <a:pt x="3126" y="17765"/>
                </a:cubicBezTo>
                <a:cubicBezTo>
                  <a:pt x="3126" y="17765"/>
                  <a:pt x="3126" y="17765"/>
                  <a:pt x="1264" y="17765"/>
                </a:cubicBezTo>
                <a:cubicBezTo>
                  <a:pt x="1143" y="17765"/>
                  <a:pt x="1035" y="17688"/>
                  <a:pt x="974" y="17563"/>
                </a:cubicBezTo>
                <a:cubicBezTo>
                  <a:pt x="974" y="17563"/>
                  <a:pt x="974" y="17563"/>
                  <a:pt x="45" y="15628"/>
                </a:cubicBezTo>
                <a:cubicBezTo>
                  <a:pt x="-15" y="15507"/>
                  <a:pt x="-15" y="15353"/>
                  <a:pt x="45" y="15232"/>
                </a:cubicBezTo>
                <a:cubicBezTo>
                  <a:pt x="45" y="15232"/>
                  <a:pt x="45" y="15232"/>
                  <a:pt x="974" y="13298"/>
                </a:cubicBezTo>
                <a:cubicBezTo>
                  <a:pt x="1035" y="13172"/>
                  <a:pt x="1143" y="13095"/>
                  <a:pt x="1264" y="13095"/>
                </a:cubicBezTo>
                <a:close/>
                <a:moveTo>
                  <a:pt x="8664" y="2389"/>
                </a:moveTo>
                <a:cubicBezTo>
                  <a:pt x="8664" y="2389"/>
                  <a:pt x="8664" y="2389"/>
                  <a:pt x="9622" y="2389"/>
                </a:cubicBezTo>
                <a:lnTo>
                  <a:pt x="9733" y="2389"/>
                </a:lnTo>
                <a:lnTo>
                  <a:pt x="9840" y="2610"/>
                </a:lnTo>
                <a:cubicBezTo>
                  <a:pt x="9988" y="2917"/>
                  <a:pt x="10161" y="3275"/>
                  <a:pt x="10362" y="3692"/>
                </a:cubicBezTo>
                <a:cubicBezTo>
                  <a:pt x="10454" y="3877"/>
                  <a:pt x="10454" y="4113"/>
                  <a:pt x="10362" y="4298"/>
                </a:cubicBezTo>
                <a:cubicBezTo>
                  <a:pt x="10362" y="4298"/>
                  <a:pt x="10362" y="4298"/>
                  <a:pt x="8933" y="7261"/>
                </a:cubicBezTo>
                <a:cubicBezTo>
                  <a:pt x="8847" y="7453"/>
                  <a:pt x="8674" y="7571"/>
                  <a:pt x="8496" y="7571"/>
                </a:cubicBezTo>
                <a:cubicBezTo>
                  <a:pt x="8496" y="7571"/>
                  <a:pt x="8496" y="7571"/>
                  <a:pt x="5644" y="7571"/>
                </a:cubicBezTo>
                <a:cubicBezTo>
                  <a:pt x="5598" y="7571"/>
                  <a:pt x="5553" y="7564"/>
                  <a:pt x="5510" y="7550"/>
                </a:cubicBezTo>
                <a:lnTo>
                  <a:pt x="5417" y="7503"/>
                </a:lnTo>
                <a:lnTo>
                  <a:pt x="5474" y="7386"/>
                </a:lnTo>
                <a:cubicBezTo>
                  <a:pt x="5984" y="6323"/>
                  <a:pt x="6637" y="4963"/>
                  <a:pt x="7473" y="3222"/>
                </a:cubicBezTo>
                <a:cubicBezTo>
                  <a:pt x="7721" y="2706"/>
                  <a:pt x="8168" y="2389"/>
                  <a:pt x="8664" y="2389"/>
                </a:cubicBezTo>
                <a:close/>
                <a:moveTo>
                  <a:pt x="5475" y="0"/>
                </a:moveTo>
                <a:cubicBezTo>
                  <a:pt x="5475" y="0"/>
                  <a:pt x="5475" y="0"/>
                  <a:pt x="8692" y="0"/>
                </a:cubicBezTo>
                <a:cubicBezTo>
                  <a:pt x="8893" y="0"/>
                  <a:pt x="9088" y="133"/>
                  <a:pt x="9185" y="350"/>
                </a:cubicBezTo>
                <a:cubicBezTo>
                  <a:pt x="9185" y="350"/>
                  <a:pt x="9185" y="350"/>
                  <a:pt x="10050" y="2143"/>
                </a:cubicBezTo>
                <a:lnTo>
                  <a:pt x="10147" y="2345"/>
                </a:lnTo>
                <a:lnTo>
                  <a:pt x="9707" y="2345"/>
                </a:lnTo>
                <a:lnTo>
                  <a:pt x="9550" y="2018"/>
                </a:lnTo>
                <a:cubicBezTo>
                  <a:pt x="8947" y="768"/>
                  <a:pt x="8947" y="768"/>
                  <a:pt x="8947" y="768"/>
                </a:cubicBezTo>
                <a:cubicBezTo>
                  <a:pt x="8860" y="576"/>
                  <a:pt x="8688" y="458"/>
                  <a:pt x="8509" y="458"/>
                </a:cubicBezTo>
                <a:cubicBezTo>
                  <a:pt x="5658" y="458"/>
                  <a:pt x="5658" y="458"/>
                  <a:pt x="5658" y="458"/>
                </a:cubicBezTo>
                <a:cubicBezTo>
                  <a:pt x="5473" y="458"/>
                  <a:pt x="5306" y="576"/>
                  <a:pt x="5214" y="768"/>
                </a:cubicBezTo>
                <a:cubicBezTo>
                  <a:pt x="3791" y="3731"/>
                  <a:pt x="3791" y="3731"/>
                  <a:pt x="3791" y="3731"/>
                </a:cubicBezTo>
                <a:cubicBezTo>
                  <a:pt x="3699" y="3916"/>
                  <a:pt x="3699" y="4152"/>
                  <a:pt x="3791" y="4337"/>
                </a:cubicBezTo>
                <a:cubicBezTo>
                  <a:pt x="5214" y="7300"/>
                  <a:pt x="5214" y="7300"/>
                  <a:pt x="5214" y="7300"/>
                </a:cubicBezTo>
                <a:cubicBezTo>
                  <a:pt x="5260" y="7396"/>
                  <a:pt x="5325" y="7474"/>
                  <a:pt x="5401" y="7527"/>
                </a:cubicBezTo>
                <a:lnTo>
                  <a:pt x="5423" y="7538"/>
                </a:lnTo>
                <a:lnTo>
                  <a:pt x="5307" y="7780"/>
                </a:lnTo>
                <a:lnTo>
                  <a:pt x="5220" y="7960"/>
                </a:lnTo>
                <a:lnTo>
                  <a:pt x="5310" y="8005"/>
                </a:lnTo>
                <a:cubicBezTo>
                  <a:pt x="5358" y="8021"/>
                  <a:pt x="5409" y="8029"/>
                  <a:pt x="5461" y="8029"/>
                </a:cubicBezTo>
                <a:cubicBezTo>
                  <a:pt x="8678" y="8029"/>
                  <a:pt x="8678" y="8029"/>
                  <a:pt x="8678" y="8029"/>
                </a:cubicBezTo>
                <a:cubicBezTo>
                  <a:pt x="8880" y="8029"/>
                  <a:pt x="9074" y="7896"/>
                  <a:pt x="9172" y="7679"/>
                </a:cubicBezTo>
                <a:cubicBezTo>
                  <a:pt x="10783" y="4337"/>
                  <a:pt x="10783" y="4337"/>
                  <a:pt x="10783" y="4337"/>
                </a:cubicBezTo>
                <a:cubicBezTo>
                  <a:pt x="10888" y="4128"/>
                  <a:pt x="10888" y="3862"/>
                  <a:pt x="10783" y="3653"/>
                </a:cubicBezTo>
                <a:cubicBezTo>
                  <a:pt x="10582" y="3235"/>
                  <a:pt x="10406" y="2870"/>
                  <a:pt x="10251" y="2550"/>
                </a:cubicBezTo>
                <a:lnTo>
                  <a:pt x="10173" y="2389"/>
                </a:lnTo>
                <a:lnTo>
                  <a:pt x="10534" y="2389"/>
                </a:lnTo>
                <a:cubicBezTo>
                  <a:pt x="11656" y="2389"/>
                  <a:pt x="13452" y="2389"/>
                  <a:pt x="16324" y="2389"/>
                </a:cubicBezTo>
                <a:cubicBezTo>
                  <a:pt x="16804" y="2389"/>
                  <a:pt x="17267" y="2706"/>
                  <a:pt x="17499" y="3222"/>
                </a:cubicBezTo>
                <a:cubicBezTo>
                  <a:pt x="17499" y="3222"/>
                  <a:pt x="17499" y="3222"/>
                  <a:pt x="21337" y="11181"/>
                </a:cubicBezTo>
                <a:cubicBezTo>
                  <a:pt x="21585" y="11677"/>
                  <a:pt x="21585" y="12312"/>
                  <a:pt x="21337" y="12808"/>
                </a:cubicBezTo>
                <a:cubicBezTo>
                  <a:pt x="21337" y="12808"/>
                  <a:pt x="21337" y="12808"/>
                  <a:pt x="17499" y="20766"/>
                </a:cubicBezTo>
                <a:cubicBezTo>
                  <a:pt x="17267" y="21282"/>
                  <a:pt x="16804" y="21600"/>
                  <a:pt x="16324" y="21600"/>
                </a:cubicBezTo>
                <a:cubicBezTo>
                  <a:pt x="16324" y="21600"/>
                  <a:pt x="16324" y="21600"/>
                  <a:pt x="8664" y="21600"/>
                </a:cubicBezTo>
                <a:cubicBezTo>
                  <a:pt x="8168" y="21600"/>
                  <a:pt x="7721" y="21282"/>
                  <a:pt x="7473" y="20766"/>
                </a:cubicBezTo>
                <a:cubicBezTo>
                  <a:pt x="7473" y="20766"/>
                  <a:pt x="7473" y="20766"/>
                  <a:pt x="3651" y="12808"/>
                </a:cubicBezTo>
                <a:cubicBezTo>
                  <a:pt x="3403" y="12312"/>
                  <a:pt x="3403" y="11677"/>
                  <a:pt x="3651" y="11181"/>
                </a:cubicBezTo>
                <a:cubicBezTo>
                  <a:pt x="3651" y="11181"/>
                  <a:pt x="3651" y="11181"/>
                  <a:pt x="5070" y="8226"/>
                </a:cubicBezTo>
                <a:lnTo>
                  <a:pt x="5190" y="7976"/>
                </a:lnTo>
                <a:lnTo>
                  <a:pt x="5186" y="7974"/>
                </a:lnTo>
                <a:cubicBezTo>
                  <a:pt x="5100" y="7914"/>
                  <a:pt x="5027" y="7826"/>
                  <a:pt x="4975" y="7718"/>
                </a:cubicBezTo>
                <a:cubicBezTo>
                  <a:pt x="4975" y="7718"/>
                  <a:pt x="4975" y="7718"/>
                  <a:pt x="3370" y="4376"/>
                </a:cubicBezTo>
                <a:cubicBezTo>
                  <a:pt x="3266" y="4167"/>
                  <a:pt x="3266" y="3901"/>
                  <a:pt x="3370" y="3692"/>
                </a:cubicBezTo>
                <a:cubicBezTo>
                  <a:pt x="3370" y="3692"/>
                  <a:pt x="3370" y="3692"/>
                  <a:pt x="4975" y="350"/>
                </a:cubicBezTo>
                <a:cubicBezTo>
                  <a:pt x="5079" y="133"/>
                  <a:pt x="5267" y="0"/>
                  <a:pt x="5475" y="0"/>
                </a:cubicBezTo>
                <a:close/>
              </a:path>
            </a:pathLst>
          </a:custGeom>
          <a:solidFill>
            <a:srgbClr val="808080">
              <a:alpha val="15000"/>
            </a:srgbClr>
          </a:solidFill>
          <a:ln w="12700">
            <a:miter lim="400000"/>
          </a:ln>
        </p:spPr>
        <p:txBody>
          <a:bodyPr lIns="45719" rIns="45719" anchor="ctr"/>
          <a:lstStyle/>
          <a:p>
            <a:pPr algn="ctr">
              <a:defRPr>
                <a:solidFill>
                  <a:srgbClr val="FFFFFF"/>
                </a:solidFill>
              </a:defRPr>
            </a:pPr>
          </a:p>
        </p:txBody>
      </p:sp>
      <p:pic>
        <p:nvPicPr>
          <p:cNvPr id="96" name="Picture 4" descr="Picture 4"/>
          <p:cNvPicPr>
            <a:picLocks noChangeAspect="1"/>
          </p:cNvPicPr>
          <p:nvPr/>
        </p:nvPicPr>
        <p:blipFill>
          <a:blip r:embed="rId2">
            <a:extLst/>
          </a:blip>
          <a:srcRect l="0" t="0" r="59916" b="0"/>
          <a:stretch>
            <a:fillRect/>
          </a:stretch>
        </p:blipFill>
        <p:spPr>
          <a:xfrm>
            <a:off x="8568243" y="2137420"/>
            <a:ext cx="3203510" cy="3426238"/>
          </a:xfrm>
          <a:prstGeom prst="rect">
            <a:avLst/>
          </a:prstGeom>
          <a:ln w="12700">
            <a:miter lim="400000"/>
          </a:ln>
        </p:spPr>
      </p:pic>
      <p:sp>
        <p:nvSpPr>
          <p:cNvPr id="97" name="Subtitle 3"/>
          <p:cNvSpPr txBox="1"/>
          <p:nvPr>
            <p:ph type="subTitle" sz="quarter" idx="1"/>
          </p:nvPr>
        </p:nvSpPr>
        <p:spPr>
          <a:xfrm>
            <a:off x="1828800" y="512633"/>
            <a:ext cx="8534400" cy="1752601"/>
          </a:xfrm>
          <a:prstGeom prst="rect">
            <a:avLst/>
          </a:prstGeom>
        </p:spPr>
        <p:txBody>
          <a:bodyPr/>
          <a:lstStyle/>
          <a:p>
            <a:pPr>
              <a:defRPr b="1">
                <a:solidFill>
                  <a:srgbClr val="000000"/>
                </a:solidFill>
                <a:latin typeface="Times New Roman"/>
                <a:ea typeface="Times New Roman"/>
                <a:cs typeface="Times New Roman"/>
                <a:sym typeface="Times New Roman"/>
              </a:defRPr>
            </a:pPr>
          </a:p>
          <a:p>
            <a:pPr>
              <a:defRPr b="1">
                <a:solidFill>
                  <a:srgbClr val="000000"/>
                </a:solidFill>
                <a:latin typeface="Times New Roman"/>
                <a:ea typeface="Times New Roman"/>
                <a:cs typeface="Times New Roman"/>
                <a:sym typeface="Times New Roman"/>
              </a:defRPr>
            </a:pPr>
            <a:r>
              <a:t>TITLE PAGE</a:t>
            </a:r>
          </a:p>
        </p:txBody>
      </p:sp>
      <p:sp>
        <p:nvSpPr>
          <p:cNvPr id="98" name="TextBox 9"/>
          <p:cNvSpPr txBox="1"/>
          <p:nvPr/>
        </p:nvSpPr>
        <p:spPr>
          <a:xfrm>
            <a:off x="103363" y="1454853"/>
            <a:ext cx="7965134" cy="386012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pPr>
          </a:p>
          <a:p>
            <a:pPr marL="154781" indent="-154781" algn="just">
              <a:lnSpc>
                <a:spcPct val="200000"/>
              </a:lnSpc>
              <a:buSzPct val="100000"/>
              <a:buFont typeface="Arial"/>
              <a:buChar char="•"/>
              <a:defRPr b="1" sz="1300">
                <a:latin typeface="Arial"/>
                <a:ea typeface="Arial"/>
                <a:cs typeface="Arial"/>
                <a:sym typeface="Arial"/>
              </a:defRPr>
            </a:pPr>
            <a:r>
              <a:t>Problem Statement ID – 6</a:t>
            </a:r>
          </a:p>
          <a:p>
            <a:pPr marL="154781" indent="-154781" algn="just">
              <a:lnSpc>
                <a:spcPct val="200000"/>
              </a:lnSpc>
              <a:buSzPct val="100000"/>
              <a:buFont typeface="Arial"/>
              <a:buChar char="•"/>
              <a:defRPr b="1" sz="1300">
                <a:latin typeface="Arial"/>
                <a:ea typeface="Arial"/>
                <a:cs typeface="Arial"/>
                <a:sym typeface="Arial"/>
              </a:defRPr>
            </a:pPr>
            <a:r>
              <a:t>Problem Statement Title- The rapid growth of interconnected systems has increased the complexity of cyber threats, unauthorised access, data breaches, identity related risks and manipulation of digital information. At the same time, organisations increasingly need to establish trust when exchanging information across different systems and stakeholders. There is a need for robust and intelligent solutions that can identify, prevent, respond to or reduce cybersecurity risks while improving trust and security in digital ecosystems.</a:t>
            </a:r>
          </a:p>
          <a:p>
            <a:pPr marL="154781" indent="-154781" algn="just">
              <a:lnSpc>
                <a:spcPct val="200000"/>
              </a:lnSpc>
              <a:buSzPct val="100000"/>
              <a:buFont typeface="Arial"/>
              <a:buChar char="•"/>
              <a:defRPr b="1" sz="1300">
                <a:latin typeface="Arial"/>
                <a:ea typeface="Arial"/>
                <a:cs typeface="Arial"/>
                <a:sym typeface="Arial"/>
              </a:defRPr>
            </a:pPr>
            <a:r>
              <a:t>Theme- Blockchain &amp; Cybersecurity </a:t>
            </a:r>
          </a:p>
          <a:p>
            <a:pPr marL="154781" indent="-154781" algn="just">
              <a:lnSpc>
                <a:spcPct val="200000"/>
              </a:lnSpc>
              <a:buSzPct val="100000"/>
              <a:buFont typeface="Arial"/>
              <a:buChar char="•"/>
              <a:defRPr b="1" sz="1300">
                <a:latin typeface="Arial"/>
                <a:ea typeface="Arial"/>
                <a:cs typeface="Arial"/>
                <a:sym typeface="Arial"/>
              </a:defRPr>
            </a:pPr>
            <a:r>
              <a:t>PS Category- Hardware</a:t>
            </a:r>
          </a:p>
          <a:p>
            <a:pPr marL="154781" indent="-154781" algn="just">
              <a:lnSpc>
                <a:spcPct val="200000"/>
              </a:lnSpc>
              <a:buSzPct val="100000"/>
              <a:buFont typeface="Arial"/>
              <a:buChar char="•"/>
              <a:defRPr b="1" sz="1300">
                <a:latin typeface="Arial"/>
                <a:ea typeface="Arial"/>
                <a:cs typeface="Arial"/>
                <a:sym typeface="Arial"/>
              </a:defRPr>
            </a:pPr>
            <a:r>
              <a:t>Team ID- SIH26-T13</a:t>
            </a:r>
          </a:p>
        </p:txBody>
      </p:sp>
      <p:pic>
        <p:nvPicPr>
          <p:cNvPr id="99" name="Picture 2" descr="Picture 2"/>
          <p:cNvPicPr>
            <a:picLocks noChangeAspect="1"/>
          </p:cNvPicPr>
          <p:nvPr/>
        </p:nvPicPr>
        <p:blipFill>
          <a:blip r:embed="rId3">
            <a:extLst/>
          </a:blip>
          <a:stretch>
            <a:fillRect/>
          </a:stretch>
        </p:blipFill>
        <p:spPr>
          <a:xfrm>
            <a:off x="9841365" y="6297"/>
            <a:ext cx="2209121" cy="1122868"/>
          </a:xfrm>
          <a:prstGeom prst="rect">
            <a:avLst/>
          </a:prstGeom>
          <a:ln w="12700">
            <a:miter lim="400000"/>
          </a:ln>
        </p:spPr>
      </p:pic>
      <p:pic>
        <p:nvPicPr>
          <p:cNvPr id="100" name="IMG_1042.jpeg" descr="IMG_1042.jpeg"/>
          <p:cNvPicPr>
            <a:picLocks noChangeAspect="1"/>
          </p:cNvPicPr>
          <p:nvPr/>
        </p:nvPicPr>
        <p:blipFill>
          <a:blip r:embed="rId4">
            <a:extLst/>
          </a:blip>
          <a:stretch>
            <a:fillRect/>
          </a:stretch>
        </p:blipFill>
        <p:spPr>
          <a:xfrm>
            <a:off x="343653" y="5396939"/>
            <a:ext cx="1345997" cy="1345997"/>
          </a:xfrm>
          <a:prstGeom prst="rect">
            <a:avLst/>
          </a:prstGeom>
          <a:ln w="12700">
            <a:miter lim="400000"/>
          </a:ln>
        </p:spPr>
      </p:pic>
      <p:sp>
        <p:nvSpPr>
          <p:cNvPr id="101" name="Title 7"/>
          <p:cNvSpPr txBox="1"/>
          <p:nvPr>
            <p:ph type="ctrTitle"/>
          </p:nvPr>
        </p:nvSpPr>
        <p:spPr>
          <a:xfrm>
            <a:off x="914400" y="-348112"/>
            <a:ext cx="10363200" cy="2076451"/>
          </a:xfrm>
          <a:prstGeom prst="rect">
            <a:avLst/>
          </a:prstGeom>
        </p:spPr>
        <p:txBody>
          <a:bodyPr/>
          <a:lstStyle>
            <a:lvl1pPr>
              <a:defRPr b="1" sz="4000">
                <a:solidFill>
                  <a:srgbClr val="1F497D"/>
                </a:solidFill>
                <a:latin typeface="Garamond"/>
                <a:ea typeface="Garamond"/>
                <a:cs typeface="Garamond"/>
                <a:sym typeface="Garamond"/>
              </a:defRPr>
            </a:lvl1pPr>
          </a:lstStyle>
          <a:p>
            <a:pPr/>
            <a:r>
              <a:t>SMART INDIA HACKATHON 2026</a:t>
            </a:r>
          </a:p>
        </p:txBody>
      </p:sp>
      <p:sp>
        <p:nvSpPr>
          <p:cNvPr id="102" name="Rounded Rectangle"/>
          <p:cNvSpPr/>
          <p:nvPr/>
        </p:nvSpPr>
        <p:spPr>
          <a:xfrm>
            <a:off x="10721414" y="706460"/>
            <a:ext cx="1476663" cy="687977"/>
          </a:xfrm>
          <a:prstGeom prst="roundRect">
            <a:avLst>
              <a:gd name="adj" fmla="val 24375"/>
            </a:avLst>
          </a:prstGeom>
          <a:solidFill>
            <a:srgbClr val="FFFFFF"/>
          </a:solidFill>
          <a:ln w="25400">
            <a:solidFill>
              <a:srgbClr val="FFFFFF"/>
            </a:solidFill>
          </a:ln>
        </p:spPr>
        <p:txBody>
          <a:bodyPr lIns="45719" rIns="45719" anchor="ctr"/>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Footer Placeholder 6"/>
          <p:cNvSpPr txBox="1"/>
          <p:nvPr/>
        </p:nvSpPr>
        <p:spPr>
          <a:xfrm>
            <a:off x="4693920" y="6404295"/>
            <a:ext cx="31125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FFFFFF"/>
                </a:solidFill>
                <a:latin typeface="TradeGothic"/>
                <a:ea typeface="TradeGothic"/>
                <a:cs typeface="TradeGothic"/>
                <a:sym typeface="TradeGothic"/>
              </a:defRPr>
            </a:lvl1pPr>
          </a:lstStyle>
          <a:p>
            <a:pPr/>
            <a:r>
              <a:t>@SIH Idea submission- Template</a:t>
            </a:r>
          </a:p>
        </p:txBody>
      </p:sp>
      <p:sp>
        <p:nvSpPr>
          <p:cNvPr id="105" name="Rectangle 8"/>
          <p:cNvSpPr/>
          <p:nvPr/>
        </p:nvSpPr>
        <p:spPr>
          <a:xfrm>
            <a:off x="-1" y="6354762"/>
            <a:ext cx="12192001" cy="503239"/>
          </a:xfrm>
          <a:prstGeom prst="rect">
            <a:avLst/>
          </a:prstGeom>
          <a:solidFill>
            <a:srgbClr val="0070C0"/>
          </a:solidFill>
          <a:ln w="12700">
            <a:miter lim="400000"/>
          </a:ln>
          <a:effectLst>
            <a:outerShdw sx="100000" sy="100000" kx="0" ky="0" algn="b" rotWithShape="0" blurRad="0" dist="23000" dir="5400000">
              <a:srgbClr val="808080">
                <a:alpha val="34999"/>
              </a:srgbClr>
            </a:outerShdw>
          </a:effectLst>
        </p:spPr>
        <p:txBody>
          <a:bodyPr lIns="45719" rIns="45719" anchor="ctr"/>
          <a:lstStyle/>
          <a:p>
            <a:pPr algn="ctr">
              <a:defRPr>
                <a:solidFill>
                  <a:srgbClr val="953735"/>
                </a:solidFill>
              </a:defRPr>
            </a:pPr>
          </a:p>
        </p:txBody>
      </p:sp>
      <p:sp>
        <p:nvSpPr>
          <p:cNvPr id="106" name="Title 1"/>
          <p:cNvSpPr txBox="1"/>
          <p:nvPr>
            <p:ph type="title"/>
          </p:nvPr>
        </p:nvSpPr>
        <p:spPr>
          <a:xfrm>
            <a:off x="182997" y="0"/>
            <a:ext cx="10972801" cy="1143000"/>
          </a:xfrm>
          <a:prstGeom prst="rect">
            <a:avLst/>
          </a:prstGeom>
        </p:spPr>
        <p:txBody>
          <a:bodyPr/>
          <a:lstStyle/>
          <a:p>
            <a:pPr>
              <a:defRPr b="1" sz="3600">
                <a:latin typeface="Times New Roman"/>
                <a:ea typeface="Times New Roman"/>
                <a:cs typeface="Times New Roman"/>
                <a:sym typeface="Times New Roman"/>
              </a:defRPr>
            </a:pPr>
            <a:br/>
            <a:r>
              <a:t>QUADSHIELD</a:t>
            </a:r>
          </a:p>
        </p:txBody>
      </p:sp>
      <p:sp>
        <p:nvSpPr>
          <p:cNvPr id="107" name="TextBox 8"/>
          <p:cNvSpPr txBox="1"/>
          <p:nvPr/>
        </p:nvSpPr>
        <p:spPr>
          <a:xfrm>
            <a:off x="140907" y="1459388"/>
            <a:ext cx="4934394" cy="25211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5028" indent="-225028">
              <a:buSzPct val="100000"/>
              <a:buChar char="❖"/>
              <a:defRPr b="1" sz="2100" u="sng">
                <a:solidFill>
                  <a:srgbClr val="1F497D"/>
                </a:solidFill>
                <a:latin typeface="Arial"/>
                <a:ea typeface="Arial"/>
                <a:cs typeface="Arial"/>
                <a:sym typeface="Arial"/>
              </a:defRPr>
            </a:pPr>
            <a:r>
              <a:t>Proposed Solution </a:t>
            </a:r>
          </a:p>
          <a:p>
            <a:pPr marL="257175" indent="-257175" algn="just">
              <a:buSzPct val="100000"/>
              <a:buFont typeface="Arial"/>
              <a:buChar char="•"/>
              <a:defRPr sz="2100" u="sng">
                <a:solidFill>
                  <a:srgbClr val="1F497D"/>
                </a:solidFill>
                <a:latin typeface="Arial"/>
                <a:ea typeface="Arial"/>
                <a:cs typeface="Arial"/>
                <a:sym typeface="Arial"/>
              </a:defRPr>
            </a:pPr>
          </a:p>
          <a:p>
            <a:pPr marL="257175" indent="-257175" algn="just">
              <a:buSzPct val="100000"/>
              <a:buFont typeface="Arial"/>
              <a:buChar char="•"/>
              <a:defRPr sz="2100">
                <a:latin typeface="Arial"/>
                <a:ea typeface="Arial"/>
                <a:cs typeface="Arial"/>
                <a:sym typeface="Arial"/>
              </a:defRPr>
            </a:pPr>
            <a:r>
              <a:t>4-layered cybersecurity architecture.</a:t>
            </a:r>
          </a:p>
          <a:p>
            <a:pPr marL="257175" indent="-257175" algn="just">
              <a:buSzPct val="100000"/>
              <a:buFont typeface="Arial"/>
              <a:buChar char="•"/>
              <a:defRPr sz="2100">
                <a:latin typeface="Arial"/>
                <a:ea typeface="Arial"/>
                <a:cs typeface="Arial"/>
                <a:sym typeface="Arial"/>
              </a:defRPr>
            </a:pPr>
            <a:r>
              <a:t>Using Schottky diode alongside LiFi.</a:t>
            </a:r>
          </a:p>
          <a:p>
            <a:pPr algn="just">
              <a:defRPr b="1" sz="2100">
                <a:latin typeface="Arial"/>
                <a:ea typeface="Arial"/>
                <a:cs typeface="Arial"/>
                <a:sym typeface="Arial"/>
              </a:defRPr>
            </a:pPr>
            <a:r>
              <a:t>What it offers:</a:t>
            </a:r>
          </a:p>
          <a:p>
            <a:pPr marL="257175" indent="-257175" algn="just">
              <a:buSzPct val="100000"/>
              <a:buFont typeface="Arial"/>
              <a:buChar char="•"/>
              <a:defRPr sz="2100">
                <a:latin typeface="Arial"/>
                <a:ea typeface="Arial"/>
                <a:cs typeface="Arial"/>
                <a:sym typeface="Arial"/>
              </a:defRPr>
            </a:pPr>
            <a:r>
              <a:t>Stops voltage glitch attacks.</a:t>
            </a:r>
          </a:p>
          <a:p>
            <a:pPr marL="257175" indent="-257175" algn="just">
              <a:buSzPct val="100000"/>
              <a:buFont typeface="Arial"/>
              <a:buChar char="•"/>
              <a:defRPr sz="2100">
                <a:latin typeface="Arial"/>
                <a:ea typeface="Arial"/>
                <a:cs typeface="Arial"/>
                <a:sym typeface="Arial"/>
              </a:defRPr>
            </a:pPr>
            <a:r>
              <a:t>Enforces one way data transfer.</a:t>
            </a:r>
          </a:p>
          <a:p>
            <a:pPr marL="257175" indent="-257175" algn="just">
              <a:buSzPct val="100000"/>
              <a:buFont typeface="Arial"/>
              <a:buChar char="•"/>
              <a:defRPr sz="2100">
                <a:latin typeface="Arial"/>
                <a:ea typeface="Arial"/>
                <a:cs typeface="Arial"/>
                <a:sym typeface="Arial"/>
              </a:defRPr>
            </a:pPr>
            <a:r>
              <a:t>LiFi restricts data within the room.</a:t>
            </a:r>
          </a:p>
        </p:txBody>
      </p:sp>
      <p:sp>
        <p:nvSpPr>
          <p:cNvPr id="108" name="Slide Number Placeholder 5"/>
          <p:cNvSpPr txBox="1"/>
          <p:nvPr>
            <p:ph type="sldNum" sz="quarter" idx="2"/>
          </p:nvPr>
        </p:nvSpPr>
        <p:spPr>
          <a:xfrm>
            <a:off x="11393502" y="6404295"/>
            <a:ext cx="188898" cy="269241"/>
          </a:xfrm>
          <a:prstGeom prst="rect">
            <a:avLst/>
          </a:prstGeom>
          <a:extLst>
            <a:ext uri="{C572A759-6A51-4108-AA02-DFA0A04FC94B}">
              <ma14:wrappingTextBoxFlag xmlns:ma14="http://schemas.microsoft.com/office/mac/drawingml/2011/main" val="1"/>
            </a:ext>
          </a:extLst>
        </p:spPr>
        <p:txBody>
          <a:bodyPr/>
          <a:lstStyle>
            <a:lvl1pPr>
              <a:defRPr b="1">
                <a:solidFill>
                  <a:srgbClr val="FFFFFF"/>
                </a:solidFill>
              </a:defRPr>
            </a:lvl1pPr>
          </a:lstStyle>
          <a:p>
            <a:pPr/>
            <a:fld id="{86CB4B4D-7CA3-9044-876B-883B54F8677D}" type="slidenum"/>
          </a:p>
        </p:txBody>
      </p:sp>
      <p:grpSp>
        <p:nvGrpSpPr>
          <p:cNvPr id="111" name="Oval 9"/>
          <p:cNvGrpSpPr/>
          <p:nvPr/>
        </p:nvGrpSpPr>
        <p:grpSpPr>
          <a:xfrm>
            <a:off x="329772" y="197269"/>
            <a:ext cx="1251859" cy="917288"/>
            <a:chOff x="0" y="0"/>
            <a:chExt cx="1251857" cy="917287"/>
          </a:xfrm>
        </p:grpSpPr>
        <p:sp>
          <p:nvSpPr>
            <p:cNvPr id="109" name="Oval"/>
            <p:cNvSpPr/>
            <p:nvPr/>
          </p:nvSpPr>
          <p:spPr>
            <a:xfrm>
              <a:off x="0" y="54976"/>
              <a:ext cx="1251858" cy="807335"/>
            </a:xfrm>
            <a:prstGeom prst="ellipse">
              <a:avLst/>
            </a:prstGeom>
            <a:solidFill>
              <a:srgbClr val="FFFFFF"/>
            </a:solidFill>
            <a:ln w="25400" cap="flat">
              <a:solidFill>
                <a:schemeClr val="accent4"/>
              </a:solidFill>
              <a:prstDash val="solid"/>
              <a:round/>
            </a:ln>
            <a:effectLst/>
          </p:spPr>
          <p:txBody>
            <a:bodyPr wrap="square" lIns="45719" tIns="45719" rIns="45719" bIns="45719" numCol="1" anchor="ctr">
              <a:noAutofit/>
            </a:bodyPr>
            <a:lstStyle/>
            <a:p>
              <a:pPr algn="ctr"/>
            </a:p>
          </p:txBody>
        </p:sp>
        <p:sp>
          <p:nvSpPr>
            <p:cNvPr id="110" name="Your Team Name"/>
            <p:cNvSpPr txBox="1"/>
            <p:nvPr/>
          </p:nvSpPr>
          <p:spPr>
            <a:xfrm>
              <a:off x="241749" y="-1"/>
              <a:ext cx="768358" cy="9172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lstStyle>
            <a:p>
              <a:pPr/>
              <a:r>
                <a:t>Your Team Name</a:t>
              </a:r>
            </a:p>
          </p:txBody>
        </p:sp>
      </p:grpSp>
      <p:pic>
        <p:nvPicPr>
          <p:cNvPr id="112" name="Picture 2" descr="Picture 2"/>
          <p:cNvPicPr>
            <a:picLocks noChangeAspect="1"/>
          </p:cNvPicPr>
          <p:nvPr/>
        </p:nvPicPr>
        <p:blipFill>
          <a:blip r:embed="rId2">
            <a:extLst/>
          </a:blip>
          <a:stretch>
            <a:fillRect/>
          </a:stretch>
        </p:blipFill>
        <p:spPr>
          <a:xfrm>
            <a:off x="9841365" y="57096"/>
            <a:ext cx="2209121" cy="1122869"/>
          </a:xfrm>
          <a:prstGeom prst="rect">
            <a:avLst/>
          </a:prstGeom>
          <a:ln w="12700">
            <a:miter lim="400000"/>
          </a:ln>
        </p:spPr>
      </p:pic>
      <p:pic>
        <p:nvPicPr>
          <p:cNvPr id="113" name="IMG_1042.jpeg" descr="IMG_1042.jpeg"/>
          <p:cNvPicPr>
            <a:picLocks noChangeAspect="1"/>
          </p:cNvPicPr>
          <p:nvPr/>
        </p:nvPicPr>
        <p:blipFill>
          <a:blip r:embed="rId3">
            <a:extLst/>
          </a:blip>
          <a:stretch>
            <a:fillRect/>
          </a:stretch>
        </p:blipFill>
        <p:spPr>
          <a:xfrm>
            <a:off x="265706" y="66508"/>
            <a:ext cx="1379992" cy="1379992"/>
          </a:xfrm>
          <a:prstGeom prst="rect">
            <a:avLst/>
          </a:prstGeom>
          <a:ln w="12700">
            <a:miter lim="400000"/>
          </a:ln>
        </p:spPr>
      </p:pic>
      <p:pic>
        <p:nvPicPr>
          <p:cNvPr id="114" name="IMG_1044.jpeg" descr="IMG_1044.jpeg"/>
          <p:cNvPicPr>
            <a:picLocks noChangeAspect="1"/>
          </p:cNvPicPr>
          <p:nvPr/>
        </p:nvPicPr>
        <p:blipFill>
          <a:blip r:embed="rId4">
            <a:extLst/>
          </a:blip>
          <a:stretch>
            <a:fillRect/>
          </a:stretch>
        </p:blipFill>
        <p:spPr>
          <a:xfrm>
            <a:off x="304666" y="4416779"/>
            <a:ext cx="1880456" cy="1501708"/>
          </a:xfrm>
          <a:prstGeom prst="rect">
            <a:avLst/>
          </a:prstGeom>
          <a:ln w="12700">
            <a:miter lim="400000"/>
          </a:ln>
        </p:spPr>
      </p:pic>
      <p:pic>
        <p:nvPicPr>
          <p:cNvPr id="115" name="IMG_1045.jpeg" descr="IMG_1045.jpeg"/>
          <p:cNvPicPr>
            <a:picLocks noChangeAspect="1"/>
          </p:cNvPicPr>
          <p:nvPr/>
        </p:nvPicPr>
        <p:blipFill>
          <a:blip r:embed="rId5">
            <a:extLst/>
          </a:blip>
          <a:srcRect l="0" t="0" r="0" b="0"/>
          <a:stretch>
            <a:fillRect/>
          </a:stretch>
        </p:blipFill>
        <p:spPr>
          <a:xfrm>
            <a:off x="2581215" y="4428997"/>
            <a:ext cx="1862316" cy="1489490"/>
          </a:xfrm>
          <a:prstGeom prst="rect">
            <a:avLst/>
          </a:prstGeom>
          <a:ln w="12700">
            <a:miter lim="400000"/>
          </a:ln>
        </p:spPr>
      </p:pic>
      <p:sp>
        <p:nvSpPr>
          <p:cNvPr id="116" name="Rounded Rectangle"/>
          <p:cNvSpPr/>
          <p:nvPr/>
        </p:nvSpPr>
        <p:spPr>
          <a:xfrm>
            <a:off x="10749620" y="774450"/>
            <a:ext cx="1476663" cy="382021"/>
          </a:xfrm>
          <a:prstGeom prst="roundRect">
            <a:avLst>
              <a:gd name="adj" fmla="val 43897"/>
            </a:avLst>
          </a:prstGeom>
          <a:solidFill>
            <a:srgbClr val="FFFFFF"/>
          </a:solidFill>
          <a:ln w="25400">
            <a:solidFill>
              <a:srgbClr val="FFFFFF"/>
            </a:solidFill>
          </a:ln>
        </p:spPr>
        <p:txBody>
          <a:bodyPr lIns="45719" rIns="45719" anchor="ctr"/>
          <a:lstStyle/>
          <a:p>
            <a:pPr/>
          </a:p>
        </p:txBody>
      </p:sp>
      <p:pic>
        <p:nvPicPr>
          <p:cNvPr id="117" name="pasted-movie.png" descr="pasted-movie.png"/>
          <p:cNvPicPr>
            <a:picLocks noChangeAspect="1"/>
          </p:cNvPicPr>
          <p:nvPr/>
        </p:nvPicPr>
        <p:blipFill>
          <a:blip r:embed="rId6">
            <a:extLst/>
          </a:blip>
          <a:stretch>
            <a:fillRect/>
          </a:stretch>
        </p:blipFill>
        <p:spPr>
          <a:xfrm>
            <a:off x="5346748" y="1652014"/>
            <a:ext cx="6515614" cy="3553972"/>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Footer Placeholder 6"/>
          <p:cNvSpPr txBox="1"/>
          <p:nvPr/>
        </p:nvSpPr>
        <p:spPr>
          <a:xfrm>
            <a:off x="4693920" y="6404295"/>
            <a:ext cx="31125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FFFFFF"/>
                </a:solidFill>
                <a:latin typeface="TradeGothic"/>
                <a:ea typeface="TradeGothic"/>
                <a:cs typeface="TradeGothic"/>
                <a:sym typeface="TradeGothic"/>
              </a:defRPr>
            </a:lvl1pPr>
          </a:lstStyle>
          <a:p>
            <a:pPr/>
            <a:r>
              <a:t>@SIH Idea submission- Template</a:t>
            </a:r>
          </a:p>
        </p:txBody>
      </p:sp>
      <p:sp>
        <p:nvSpPr>
          <p:cNvPr id="120" name="Rectangle 9"/>
          <p:cNvSpPr/>
          <p:nvPr/>
        </p:nvSpPr>
        <p:spPr>
          <a:xfrm>
            <a:off x="-1" y="6354762"/>
            <a:ext cx="12192001" cy="503239"/>
          </a:xfrm>
          <a:prstGeom prst="rect">
            <a:avLst/>
          </a:prstGeom>
          <a:solidFill>
            <a:srgbClr val="0070C0"/>
          </a:solidFill>
          <a:ln w="12700">
            <a:miter lim="400000"/>
          </a:ln>
          <a:effectLst>
            <a:outerShdw sx="100000" sy="100000" kx="0" ky="0" algn="b" rotWithShape="0" blurRad="0" dist="23000" dir="5400000">
              <a:srgbClr val="808080">
                <a:alpha val="34999"/>
              </a:srgbClr>
            </a:outerShdw>
          </a:effectLst>
        </p:spPr>
        <p:txBody>
          <a:bodyPr lIns="45719" rIns="45719" anchor="ctr"/>
          <a:lstStyle/>
          <a:p>
            <a:pPr algn="ctr">
              <a:defRPr>
                <a:solidFill>
                  <a:srgbClr val="953735"/>
                </a:solidFill>
              </a:defRPr>
            </a:pPr>
          </a:p>
        </p:txBody>
      </p:sp>
      <p:sp>
        <p:nvSpPr>
          <p:cNvPr id="121" name="Title 1"/>
          <p:cNvSpPr txBox="1"/>
          <p:nvPr>
            <p:ph type="title"/>
          </p:nvPr>
        </p:nvSpPr>
        <p:spPr>
          <a:xfrm>
            <a:off x="609599" y="303499"/>
            <a:ext cx="10972801" cy="1143001"/>
          </a:xfrm>
          <a:prstGeom prst="rect">
            <a:avLst/>
          </a:prstGeom>
        </p:spPr>
        <p:txBody>
          <a:bodyPr/>
          <a:lstStyle>
            <a:lvl1pPr>
              <a:defRPr b="1" sz="3600">
                <a:latin typeface="Times New Roman"/>
                <a:ea typeface="Times New Roman"/>
                <a:cs typeface="Times New Roman"/>
                <a:sym typeface="Times New Roman"/>
              </a:defRPr>
            </a:lvl1pPr>
          </a:lstStyle>
          <a:p>
            <a:pPr/>
            <a:r>
              <a:t>TECHNICAL APPROACH</a:t>
            </a:r>
          </a:p>
        </p:txBody>
      </p:sp>
      <p:sp>
        <p:nvSpPr>
          <p:cNvPr id="122" name="Slide Number Placeholder 5"/>
          <p:cNvSpPr txBox="1"/>
          <p:nvPr>
            <p:ph type="sldNum" sz="quarter" idx="2"/>
          </p:nvPr>
        </p:nvSpPr>
        <p:spPr>
          <a:xfrm>
            <a:off x="11393502" y="6404295"/>
            <a:ext cx="188898" cy="269241"/>
          </a:xfrm>
          <a:prstGeom prst="rect">
            <a:avLst/>
          </a:prstGeom>
          <a:extLst>
            <a:ext uri="{C572A759-6A51-4108-AA02-DFA0A04FC94B}">
              <ma14:wrappingTextBoxFlag xmlns:ma14="http://schemas.microsoft.com/office/mac/drawingml/2011/main" val="1"/>
            </a:ext>
          </a:extLst>
        </p:spPr>
        <p:txBody>
          <a:bodyPr/>
          <a:lstStyle>
            <a:lvl1pPr>
              <a:defRPr b="1">
                <a:solidFill>
                  <a:srgbClr val="FFFFFF"/>
                </a:solidFill>
              </a:defRPr>
            </a:lvl1pPr>
          </a:lstStyle>
          <a:p>
            <a:pPr/>
            <a:fld id="{86CB4B4D-7CA3-9044-876B-883B54F8677D}" type="slidenum"/>
          </a:p>
        </p:txBody>
      </p:sp>
      <p:grpSp>
        <p:nvGrpSpPr>
          <p:cNvPr id="125" name="Oval 10"/>
          <p:cNvGrpSpPr/>
          <p:nvPr/>
        </p:nvGrpSpPr>
        <p:grpSpPr>
          <a:xfrm>
            <a:off x="329772" y="197269"/>
            <a:ext cx="1251859" cy="917288"/>
            <a:chOff x="0" y="0"/>
            <a:chExt cx="1251857" cy="917287"/>
          </a:xfrm>
        </p:grpSpPr>
        <p:sp>
          <p:nvSpPr>
            <p:cNvPr id="123" name="Oval"/>
            <p:cNvSpPr/>
            <p:nvPr/>
          </p:nvSpPr>
          <p:spPr>
            <a:xfrm>
              <a:off x="0" y="54976"/>
              <a:ext cx="1251858" cy="807335"/>
            </a:xfrm>
            <a:prstGeom prst="ellipse">
              <a:avLst/>
            </a:prstGeom>
            <a:solidFill>
              <a:srgbClr val="FFFFFF"/>
            </a:solidFill>
            <a:ln w="25400" cap="flat">
              <a:solidFill>
                <a:schemeClr val="accent4"/>
              </a:solidFill>
              <a:prstDash val="solid"/>
              <a:round/>
            </a:ln>
            <a:effectLst/>
          </p:spPr>
          <p:txBody>
            <a:bodyPr wrap="square" lIns="45719" tIns="45719" rIns="45719" bIns="45719" numCol="1" anchor="ctr">
              <a:noAutofit/>
            </a:bodyPr>
            <a:lstStyle/>
            <a:p>
              <a:pPr algn="ctr"/>
            </a:p>
          </p:txBody>
        </p:sp>
        <p:sp>
          <p:nvSpPr>
            <p:cNvPr id="124" name="Your Team Name"/>
            <p:cNvSpPr txBox="1"/>
            <p:nvPr/>
          </p:nvSpPr>
          <p:spPr>
            <a:xfrm>
              <a:off x="241749" y="-1"/>
              <a:ext cx="768358" cy="9172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lstStyle>
            <a:p>
              <a:pPr/>
              <a:r>
                <a:t>Your Team Name</a:t>
              </a:r>
            </a:p>
          </p:txBody>
        </p:sp>
      </p:grpSp>
      <p:pic>
        <p:nvPicPr>
          <p:cNvPr id="126" name="Picture 2" descr="Picture 2"/>
          <p:cNvPicPr>
            <a:picLocks noChangeAspect="1"/>
          </p:cNvPicPr>
          <p:nvPr/>
        </p:nvPicPr>
        <p:blipFill>
          <a:blip r:embed="rId2">
            <a:extLst/>
          </a:blip>
          <a:stretch>
            <a:fillRect/>
          </a:stretch>
        </p:blipFill>
        <p:spPr>
          <a:xfrm>
            <a:off x="9841365" y="57096"/>
            <a:ext cx="2209121" cy="1122869"/>
          </a:xfrm>
          <a:prstGeom prst="rect">
            <a:avLst/>
          </a:prstGeom>
          <a:ln w="12700">
            <a:miter lim="400000"/>
          </a:ln>
        </p:spPr>
      </p:pic>
      <p:pic>
        <p:nvPicPr>
          <p:cNvPr id="127" name="IMG_1042.jpeg" descr="IMG_1042.jpeg"/>
          <p:cNvPicPr>
            <a:picLocks noChangeAspect="1"/>
          </p:cNvPicPr>
          <p:nvPr/>
        </p:nvPicPr>
        <p:blipFill>
          <a:blip r:embed="rId3">
            <a:extLst/>
          </a:blip>
          <a:stretch>
            <a:fillRect/>
          </a:stretch>
        </p:blipFill>
        <p:spPr>
          <a:xfrm>
            <a:off x="265706" y="66508"/>
            <a:ext cx="1379992" cy="1379992"/>
          </a:xfrm>
          <a:prstGeom prst="rect">
            <a:avLst/>
          </a:prstGeom>
          <a:ln w="12700">
            <a:miter lim="400000"/>
          </a:ln>
        </p:spPr>
      </p:pic>
      <p:pic>
        <p:nvPicPr>
          <p:cNvPr id="128" name="c8c50d3f-df94-4ed2-bae8-add0d2f2b1af.jpeg" descr="c8c50d3f-df94-4ed2-bae8-add0d2f2b1af.jpeg"/>
          <p:cNvPicPr>
            <a:picLocks noChangeAspect="1"/>
          </p:cNvPicPr>
          <p:nvPr/>
        </p:nvPicPr>
        <p:blipFill>
          <a:blip r:embed="rId4">
            <a:extLst/>
          </a:blip>
          <a:stretch>
            <a:fillRect/>
          </a:stretch>
        </p:blipFill>
        <p:spPr>
          <a:xfrm>
            <a:off x="994524" y="1476137"/>
            <a:ext cx="10511352" cy="4848988"/>
          </a:xfrm>
          <a:prstGeom prst="rect">
            <a:avLst/>
          </a:prstGeom>
          <a:ln w="12700">
            <a:miter lim="400000"/>
          </a:ln>
        </p:spPr>
      </p:pic>
      <p:sp>
        <p:nvSpPr>
          <p:cNvPr id="129" name="Rounded Rectangle"/>
          <p:cNvSpPr/>
          <p:nvPr/>
        </p:nvSpPr>
        <p:spPr>
          <a:xfrm>
            <a:off x="10749620" y="760852"/>
            <a:ext cx="1476663" cy="382021"/>
          </a:xfrm>
          <a:prstGeom prst="roundRect">
            <a:avLst>
              <a:gd name="adj" fmla="val 43897"/>
            </a:avLst>
          </a:prstGeom>
          <a:solidFill>
            <a:srgbClr val="FFFFFF"/>
          </a:solidFill>
          <a:ln w="25400">
            <a:solidFill>
              <a:srgbClr val="FFFFFF"/>
            </a:solidFill>
          </a:ln>
        </p:spPr>
        <p:txBody>
          <a:bodyPr lIns="45719" rIns="45719" anchor="ctr"/>
          <a:lstStyle/>
          <a:p>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Footer Placeholder 6"/>
          <p:cNvSpPr txBox="1"/>
          <p:nvPr/>
        </p:nvSpPr>
        <p:spPr>
          <a:xfrm>
            <a:off x="4693920" y="6404295"/>
            <a:ext cx="31125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FFFFFF"/>
                </a:solidFill>
                <a:latin typeface="TradeGothic"/>
                <a:ea typeface="TradeGothic"/>
                <a:cs typeface="TradeGothic"/>
                <a:sym typeface="TradeGothic"/>
              </a:defRPr>
            </a:lvl1pPr>
          </a:lstStyle>
          <a:p>
            <a:pPr/>
            <a:r>
              <a:t>@SIH Idea submission- Template</a:t>
            </a:r>
          </a:p>
        </p:txBody>
      </p:sp>
      <p:sp>
        <p:nvSpPr>
          <p:cNvPr id="132" name="Rectangle 9"/>
          <p:cNvSpPr/>
          <p:nvPr/>
        </p:nvSpPr>
        <p:spPr>
          <a:xfrm>
            <a:off x="-1" y="6354762"/>
            <a:ext cx="12192001" cy="503239"/>
          </a:xfrm>
          <a:prstGeom prst="rect">
            <a:avLst/>
          </a:prstGeom>
          <a:solidFill>
            <a:srgbClr val="0070C0"/>
          </a:solidFill>
          <a:ln w="12700">
            <a:miter lim="400000"/>
          </a:ln>
          <a:effectLst>
            <a:outerShdw sx="100000" sy="100000" kx="0" ky="0" algn="b" rotWithShape="0" blurRad="0" dist="23000" dir="5400000">
              <a:srgbClr val="808080">
                <a:alpha val="34999"/>
              </a:srgbClr>
            </a:outerShdw>
          </a:effectLst>
        </p:spPr>
        <p:txBody>
          <a:bodyPr lIns="45719" rIns="45719" anchor="ctr"/>
          <a:lstStyle/>
          <a:p>
            <a:pPr algn="ctr">
              <a:defRPr>
                <a:solidFill>
                  <a:srgbClr val="953735"/>
                </a:solidFill>
              </a:defRPr>
            </a:pPr>
          </a:p>
        </p:txBody>
      </p:sp>
      <p:sp>
        <p:nvSpPr>
          <p:cNvPr id="133" name="Title 1"/>
          <p:cNvSpPr txBox="1"/>
          <p:nvPr>
            <p:ph type="title"/>
          </p:nvPr>
        </p:nvSpPr>
        <p:spPr>
          <a:xfrm>
            <a:off x="609600" y="353166"/>
            <a:ext cx="10972800" cy="1143001"/>
          </a:xfrm>
          <a:prstGeom prst="rect">
            <a:avLst/>
          </a:prstGeom>
        </p:spPr>
        <p:txBody>
          <a:bodyPr/>
          <a:lstStyle>
            <a:lvl1pPr>
              <a:defRPr b="1" sz="3600">
                <a:latin typeface="Times New Roman"/>
                <a:ea typeface="Times New Roman"/>
                <a:cs typeface="Times New Roman"/>
                <a:sym typeface="Times New Roman"/>
              </a:defRPr>
            </a:lvl1pPr>
          </a:lstStyle>
          <a:p>
            <a:pPr/>
            <a:r>
              <a:t>FEASIBILITY AND VIABILITY</a:t>
            </a:r>
          </a:p>
        </p:txBody>
      </p:sp>
      <p:sp>
        <p:nvSpPr>
          <p:cNvPr id="134" name="TextBox 8"/>
          <p:cNvSpPr txBox="1"/>
          <p:nvPr/>
        </p:nvSpPr>
        <p:spPr>
          <a:xfrm>
            <a:off x="454236" y="1908143"/>
            <a:ext cx="3485054" cy="37157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32682" indent="-232682" algn="just">
              <a:buSzPct val="100000"/>
              <a:buFont typeface="Arial"/>
              <a:buChar char="•"/>
              <a:defRPr sz="1900">
                <a:latin typeface="Arial"/>
                <a:ea typeface="Arial"/>
                <a:cs typeface="Arial"/>
                <a:sym typeface="Arial"/>
              </a:defRPr>
            </a:pPr>
            <a:r>
              <a:t>Low-cost equipments are integrated.</a:t>
            </a:r>
          </a:p>
          <a:p>
            <a:pPr marL="232682" indent="-232682" algn="just">
              <a:buSzPct val="100000"/>
              <a:buFont typeface="Arial"/>
              <a:buChar char="•"/>
              <a:defRPr sz="1900">
                <a:latin typeface="Arial"/>
                <a:ea typeface="Arial"/>
                <a:cs typeface="Arial"/>
                <a:sym typeface="Arial"/>
              </a:defRPr>
            </a:pPr>
            <a:r>
              <a:t>Less complexity verified via simulations.</a:t>
            </a:r>
          </a:p>
          <a:p>
            <a:pPr marL="232682" indent="-232682" algn="just">
              <a:buSzPct val="100000"/>
              <a:buFont typeface="Arial"/>
              <a:buChar char="•"/>
              <a:defRPr sz="1900">
                <a:latin typeface="Arial"/>
                <a:ea typeface="Arial"/>
                <a:cs typeface="Arial"/>
                <a:sym typeface="Arial"/>
              </a:defRPr>
            </a:pPr>
            <a:r>
              <a:t>Layer 3 physically prevents inbound network traffic.</a:t>
            </a:r>
          </a:p>
          <a:p>
            <a:pPr algn="just">
              <a:defRPr sz="1900">
                <a:latin typeface="Arial"/>
                <a:ea typeface="Arial"/>
                <a:cs typeface="Arial"/>
                <a:sym typeface="Arial"/>
              </a:defRPr>
            </a:pPr>
          </a:p>
          <a:p>
            <a:pPr algn="just">
              <a:defRPr b="1" sz="1900">
                <a:latin typeface="Arial"/>
                <a:ea typeface="Arial"/>
                <a:cs typeface="Arial"/>
                <a:sym typeface="Arial"/>
              </a:defRPr>
            </a:pPr>
            <a:r>
              <a:t>Strategy </a:t>
            </a:r>
            <a:r>
              <a:rPr u="sng"/>
              <a:t>:</a:t>
            </a:r>
            <a:endParaRPr u="sng"/>
          </a:p>
          <a:p>
            <a:pPr algn="just">
              <a:defRPr sz="1900">
                <a:latin typeface="Arial"/>
                <a:ea typeface="Arial"/>
                <a:cs typeface="Arial"/>
                <a:sym typeface="Arial"/>
              </a:defRPr>
            </a:pPr>
            <a:r>
              <a:t>Including specialised unidirectional transport protocols (like SLDP) for outbound log transmission to blockchain node.</a:t>
            </a:r>
          </a:p>
        </p:txBody>
      </p:sp>
      <p:sp>
        <p:nvSpPr>
          <p:cNvPr id="135" name="Slide Number Placeholder 5"/>
          <p:cNvSpPr txBox="1"/>
          <p:nvPr>
            <p:ph type="sldNum" sz="quarter" idx="2"/>
          </p:nvPr>
        </p:nvSpPr>
        <p:spPr>
          <a:xfrm>
            <a:off x="11393502" y="6404295"/>
            <a:ext cx="188898" cy="269241"/>
          </a:xfrm>
          <a:prstGeom prst="rect">
            <a:avLst/>
          </a:prstGeom>
          <a:extLst>
            <a:ext uri="{C572A759-6A51-4108-AA02-DFA0A04FC94B}">
              <ma14:wrappingTextBoxFlag xmlns:ma14="http://schemas.microsoft.com/office/mac/drawingml/2011/main" val="1"/>
            </a:ext>
          </a:extLst>
        </p:spPr>
        <p:txBody>
          <a:bodyPr/>
          <a:lstStyle>
            <a:lvl1pPr>
              <a:defRPr b="1">
                <a:solidFill>
                  <a:srgbClr val="FFFFFF"/>
                </a:solidFill>
              </a:defRPr>
            </a:lvl1pPr>
          </a:lstStyle>
          <a:p>
            <a:pPr/>
            <a:fld id="{86CB4B4D-7CA3-9044-876B-883B54F8677D}" type="slidenum"/>
          </a:p>
        </p:txBody>
      </p:sp>
      <p:grpSp>
        <p:nvGrpSpPr>
          <p:cNvPr id="138" name="Oval 11"/>
          <p:cNvGrpSpPr/>
          <p:nvPr/>
        </p:nvGrpSpPr>
        <p:grpSpPr>
          <a:xfrm>
            <a:off x="329772" y="197269"/>
            <a:ext cx="1251859" cy="917288"/>
            <a:chOff x="0" y="0"/>
            <a:chExt cx="1251857" cy="917287"/>
          </a:xfrm>
        </p:grpSpPr>
        <p:sp>
          <p:nvSpPr>
            <p:cNvPr id="136" name="Oval"/>
            <p:cNvSpPr/>
            <p:nvPr/>
          </p:nvSpPr>
          <p:spPr>
            <a:xfrm>
              <a:off x="0" y="54976"/>
              <a:ext cx="1251858" cy="807335"/>
            </a:xfrm>
            <a:prstGeom prst="ellipse">
              <a:avLst/>
            </a:prstGeom>
            <a:solidFill>
              <a:srgbClr val="FFFFFF"/>
            </a:solidFill>
            <a:ln w="25400" cap="flat">
              <a:solidFill>
                <a:schemeClr val="accent4"/>
              </a:solidFill>
              <a:prstDash val="solid"/>
              <a:round/>
            </a:ln>
            <a:effectLst/>
          </p:spPr>
          <p:txBody>
            <a:bodyPr wrap="square" lIns="45719" tIns="45719" rIns="45719" bIns="45719" numCol="1" anchor="ctr">
              <a:noAutofit/>
            </a:bodyPr>
            <a:lstStyle/>
            <a:p>
              <a:pPr algn="ctr"/>
            </a:p>
          </p:txBody>
        </p:sp>
        <p:sp>
          <p:nvSpPr>
            <p:cNvPr id="137" name="Your Team Name"/>
            <p:cNvSpPr txBox="1"/>
            <p:nvPr/>
          </p:nvSpPr>
          <p:spPr>
            <a:xfrm>
              <a:off x="241749" y="-1"/>
              <a:ext cx="768358" cy="9172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lstStyle>
            <a:p>
              <a:pPr/>
              <a:r>
                <a:t>Your Team Name</a:t>
              </a:r>
            </a:p>
          </p:txBody>
        </p:sp>
      </p:grpSp>
      <p:pic>
        <p:nvPicPr>
          <p:cNvPr id="139" name="Picture 2" descr="Picture 2"/>
          <p:cNvPicPr>
            <a:picLocks noChangeAspect="1"/>
          </p:cNvPicPr>
          <p:nvPr/>
        </p:nvPicPr>
        <p:blipFill>
          <a:blip r:embed="rId2">
            <a:extLst/>
          </a:blip>
          <a:stretch>
            <a:fillRect/>
          </a:stretch>
        </p:blipFill>
        <p:spPr>
          <a:xfrm>
            <a:off x="9841365" y="57096"/>
            <a:ext cx="2209121" cy="1122869"/>
          </a:xfrm>
          <a:prstGeom prst="rect">
            <a:avLst/>
          </a:prstGeom>
          <a:ln w="12700">
            <a:miter lim="400000"/>
          </a:ln>
        </p:spPr>
      </p:pic>
      <p:pic>
        <p:nvPicPr>
          <p:cNvPr id="140" name="IMG_1042.jpeg" descr="IMG_1042.jpeg"/>
          <p:cNvPicPr>
            <a:picLocks noChangeAspect="1"/>
          </p:cNvPicPr>
          <p:nvPr/>
        </p:nvPicPr>
        <p:blipFill>
          <a:blip r:embed="rId3">
            <a:extLst/>
          </a:blip>
          <a:stretch>
            <a:fillRect/>
          </a:stretch>
        </p:blipFill>
        <p:spPr>
          <a:xfrm>
            <a:off x="265706" y="66508"/>
            <a:ext cx="1379992" cy="1379992"/>
          </a:xfrm>
          <a:prstGeom prst="rect">
            <a:avLst/>
          </a:prstGeom>
          <a:ln w="12700">
            <a:miter lim="400000"/>
          </a:ln>
        </p:spPr>
      </p:pic>
      <p:sp>
        <p:nvSpPr>
          <p:cNvPr id="141" name="Rounded Rectangle"/>
          <p:cNvSpPr/>
          <p:nvPr/>
        </p:nvSpPr>
        <p:spPr>
          <a:xfrm>
            <a:off x="10749620" y="733656"/>
            <a:ext cx="1476663" cy="382021"/>
          </a:xfrm>
          <a:prstGeom prst="roundRect">
            <a:avLst>
              <a:gd name="adj" fmla="val 43897"/>
            </a:avLst>
          </a:prstGeom>
          <a:solidFill>
            <a:srgbClr val="FFFFFF"/>
          </a:solidFill>
          <a:ln w="25400">
            <a:solidFill>
              <a:srgbClr val="FFFFFF"/>
            </a:solidFill>
          </a:ln>
        </p:spPr>
        <p:txBody>
          <a:bodyPr lIns="45719" rIns="45719" anchor="ctr"/>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Footer Placeholder 6"/>
          <p:cNvSpPr txBox="1"/>
          <p:nvPr/>
        </p:nvSpPr>
        <p:spPr>
          <a:xfrm>
            <a:off x="4693920" y="6404295"/>
            <a:ext cx="31125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FFFFFF"/>
                </a:solidFill>
                <a:latin typeface="TradeGothic"/>
                <a:ea typeface="TradeGothic"/>
                <a:cs typeface="TradeGothic"/>
                <a:sym typeface="TradeGothic"/>
              </a:defRPr>
            </a:lvl1pPr>
          </a:lstStyle>
          <a:p>
            <a:pPr/>
            <a:r>
              <a:t>@SIH Idea submission- Template</a:t>
            </a:r>
          </a:p>
        </p:txBody>
      </p:sp>
      <p:sp>
        <p:nvSpPr>
          <p:cNvPr id="144" name="Rectangle 9"/>
          <p:cNvSpPr/>
          <p:nvPr/>
        </p:nvSpPr>
        <p:spPr>
          <a:xfrm>
            <a:off x="-1" y="6354762"/>
            <a:ext cx="12192001" cy="503239"/>
          </a:xfrm>
          <a:prstGeom prst="rect">
            <a:avLst/>
          </a:prstGeom>
          <a:solidFill>
            <a:srgbClr val="0070C0"/>
          </a:solidFill>
          <a:ln w="12700">
            <a:miter lim="400000"/>
          </a:ln>
          <a:effectLst>
            <a:outerShdw sx="100000" sy="100000" kx="0" ky="0" algn="b" rotWithShape="0" blurRad="0" dist="23000" dir="5400000">
              <a:srgbClr val="808080">
                <a:alpha val="34999"/>
              </a:srgbClr>
            </a:outerShdw>
          </a:effectLst>
        </p:spPr>
        <p:txBody>
          <a:bodyPr lIns="45719" rIns="45719" anchor="ctr"/>
          <a:lstStyle/>
          <a:p>
            <a:pPr algn="ctr">
              <a:defRPr>
                <a:solidFill>
                  <a:srgbClr val="953735"/>
                </a:solidFill>
              </a:defRPr>
            </a:pPr>
          </a:p>
        </p:txBody>
      </p:sp>
      <p:sp>
        <p:nvSpPr>
          <p:cNvPr id="145" name="Title 1"/>
          <p:cNvSpPr txBox="1"/>
          <p:nvPr>
            <p:ph type="title"/>
          </p:nvPr>
        </p:nvSpPr>
        <p:spPr>
          <a:xfrm>
            <a:off x="609600" y="353166"/>
            <a:ext cx="10972801" cy="1143001"/>
          </a:xfrm>
          <a:prstGeom prst="rect">
            <a:avLst/>
          </a:prstGeom>
        </p:spPr>
        <p:txBody>
          <a:bodyPr/>
          <a:lstStyle>
            <a:lvl1pPr>
              <a:defRPr b="1" sz="3600">
                <a:latin typeface="Times New Roman"/>
                <a:ea typeface="Times New Roman"/>
                <a:cs typeface="Times New Roman"/>
                <a:sym typeface="Times New Roman"/>
              </a:defRPr>
            </a:lvl1pPr>
          </a:lstStyle>
          <a:p>
            <a:pPr/>
            <a:r>
              <a:t>IMPACT AND BENEFITS</a:t>
            </a:r>
          </a:p>
        </p:txBody>
      </p:sp>
      <p:sp>
        <p:nvSpPr>
          <p:cNvPr id="146" name="TextBox 8"/>
          <p:cNvSpPr txBox="1"/>
          <p:nvPr/>
        </p:nvSpPr>
        <p:spPr>
          <a:xfrm>
            <a:off x="178166" y="1547288"/>
            <a:ext cx="11835668" cy="846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08189" indent="-208189" algn="just">
              <a:buSzPct val="100000"/>
              <a:buFont typeface="Arial"/>
              <a:buChar char="•"/>
              <a:defRPr sz="1700">
                <a:latin typeface="Arial"/>
                <a:ea typeface="Arial"/>
                <a:cs typeface="Arial"/>
                <a:sym typeface="Arial"/>
              </a:defRPr>
            </a:pPr>
            <a:r>
              <a:t>Potential impact it will have is drastic reduction of reliance on complex software patch cycles for port-level vulnerabilities.</a:t>
            </a:r>
          </a:p>
          <a:p>
            <a:pPr algn="just">
              <a:defRPr sz="1700">
                <a:latin typeface="Arial"/>
                <a:ea typeface="Arial"/>
                <a:cs typeface="Arial"/>
                <a:sym typeface="Arial"/>
              </a:defRPr>
            </a:pPr>
          </a:p>
          <a:p>
            <a:pPr marL="208189" indent="-208189" algn="just">
              <a:buSzPct val="100000"/>
              <a:buFont typeface="Arial"/>
              <a:buChar char="•"/>
              <a:defRPr sz="1700">
                <a:latin typeface="Arial"/>
                <a:ea typeface="Arial"/>
                <a:cs typeface="Arial"/>
                <a:sym typeface="Arial"/>
              </a:defRPr>
            </a:pPr>
            <a:r>
              <a:t>The solution offers a air-gapped security mechanism for confidential facilities like DRDO.</a:t>
            </a:r>
          </a:p>
        </p:txBody>
      </p:sp>
      <p:sp>
        <p:nvSpPr>
          <p:cNvPr id="147" name="Slide Number Placeholder 5"/>
          <p:cNvSpPr txBox="1"/>
          <p:nvPr>
            <p:ph type="sldNum" sz="quarter" idx="2"/>
          </p:nvPr>
        </p:nvSpPr>
        <p:spPr>
          <a:xfrm>
            <a:off x="11393502" y="6404295"/>
            <a:ext cx="188898" cy="269241"/>
          </a:xfrm>
          <a:prstGeom prst="rect">
            <a:avLst/>
          </a:prstGeom>
          <a:extLst>
            <a:ext uri="{C572A759-6A51-4108-AA02-DFA0A04FC94B}">
              <ma14:wrappingTextBoxFlag xmlns:ma14="http://schemas.microsoft.com/office/mac/drawingml/2011/main" val="1"/>
            </a:ext>
          </a:extLst>
        </p:spPr>
        <p:txBody>
          <a:bodyPr/>
          <a:lstStyle>
            <a:lvl1pPr>
              <a:defRPr b="1">
                <a:solidFill>
                  <a:srgbClr val="FFFFFF"/>
                </a:solidFill>
              </a:defRPr>
            </a:lvl1pPr>
          </a:lstStyle>
          <a:p>
            <a:pPr/>
            <a:fld id="{86CB4B4D-7CA3-9044-876B-883B54F8677D}" type="slidenum"/>
          </a:p>
        </p:txBody>
      </p:sp>
      <p:grpSp>
        <p:nvGrpSpPr>
          <p:cNvPr id="150" name="Oval 11"/>
          <p:cNvGrpSpPr/>
          <p:nvPr/>
        </p:nvGrpSpPr>
        <p:grpSpPr>
          <a:xfrm>
            <a:off x="329772" y="197269"/>
            <a:ext cx="1251859" cy="917288"/>
            <a:chOff x="0" y="0"/>
            <a:chExt cx="1251857" cy="917287"/>
          </a:xfrm>
        </p:grpSpPr>
        <p:sp>
          <p:nvSpPr>
            <p:cNvPr id="148" name="Oval"/>
            <p:cNvSpPr/>
            <p:nvPr/>
          </p:nvSpPr>
          <p:spPr>
            <a:xfrm>
              <a:off x="0" y="54976"/>
              <a:ext cx="1251858" cy="807335"/>
            </a:xfrm>
            <a:prstGeom prst="ellipse">
              <a:avLst/>
            </a:prstGeom>
            <a:solidFill>
              <a:srgbClr val="FFFFFF"/>
            </a:solidFill>
            <a:ln w="25400" cap="flat">
              <a:solidFill>
                <a:schemeClr val="accent4"/>
              </a:solidFill>
              <a:prstDash val="solid"/>
              <a:round/>
            </a:ln>
            <a:effectLst/>
          </p:spPr>
          <p:txBody>
            <a:bodyPr wrap="square" lIns="45719" tIns="45719" rIns="45719" bIns="45719" numCol="1" anchor="ctr">
              <a:noAutofit/>
            </a:bodyPr>
            <a:lstStyle/>
            <a:p>
              <a:pPr algn="ctr"/>
            </a:p>
          </p:txBody>
        </p:sp>
        <p:sp>
          <p:nvSpPr>
            <p:cNvPr id="149" name="Your Team Name"/>
            <p:cNvSpPr txBox="1"/>
            <p:nvPr/>
          </p:nvSpPr>
          <p:spPr>
            <a:xfrm>
              <a:off x="241749" y="-1"/>
              <a:ext cx="768358" cy="9172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lstStyle>
            <a:p>
              <a:pPr/>
              <a:r>
                <a:t>Your Team Name</a:t>
              </a:r>
            </a:p>
          </p:txBody>
        </p:sp>
      </p:grpSp>
      <p:pic>
        <p:nvPicPr>
          <p:cNvPr id="151" name="Picture 2" descr="Picture 2"/>
          <p:cNvPicPr>
            <a:picLocks noChangeAspect="1"/>
          </p:cNvPicPr>
          <p:nvPr/>
        </p:nvPicPr>
        <p:blipFill>
          <a:blip r:embed="rId2">
            <a:extLst/>
          </a:blip>
          <a:stretch>
            <a:fillRect/>
          </a:stretch>
        </p:blipFill>
        <p:spPr>
          <a:xfrm>
            <a:off x="9841365" y="57096"/>
            <a:ext cx="2209121" cy="1122869"/>
          </a:xfrm>
          <a:prstGeom prst="rect">
            <a:avLst/>
          </a:prstGeom>
          <a:ln w="12700">
            <a:miter lim="400000"/>
          </a:ln>
        </p:spPr>
      </p:pic>
      <p:pic>
        <p:nvPicPr>
          <p:cNvPr id="152" name="IMG_1042.jpeg" descr="IMG_1042.jpeg"/>
          <p:cNvPicPr>
            <a:picLocks noChangeAspect="1"/>
          </p:cNvPicPr>
          <p:nvPr/>
        </p:nvPicPr>
        <p:blipFill>
          <a:blip r:embed="rId3">
            <a:extLst/>
          </a:blip>
          <a:stretch>
            <a:fillRect/>
          </a:stretch>
        </p:blipFill>
        <p:spPr>
          <a:xfrm>
            <a:off x="265706" y="66508"/>
            <a:ext cx="1379992" cy="1379992"/>
          </a:xfrm>
          <a:prstGeom prst="rect">
            <a:avLst/>
          </a:prstGeom>
          <a:ln w="12700">
            <a:miter lim="400000"/>
          </a:ln>
        </p:spPr>
      </p:pic>
      <p:sp>
        <p:nvSpPr>
          <p:cNvPr id="153" name="Rounded Rectangle"/>
          <p:cNvSpPr/>
          <p:nvPr/>
        </p:nvSpPr>
        <p:spPr>
          <a:xfrm>
            <a:off x="10749620" y="733656"/>
            <a:ext cx="1476663" cy="382021"/>
          </a:xfrm>
          <a:prstGeom prst="roundRect">
            <a:avLst>
              <a:gd name="adj" fmla="val 43897"/>
            </a:avLst>
          </a:prstGeom>
          <a:solidFill>
            <a:srgbClr val="FFFFFF"/>
          </a:solidFill>
          <a:ln w="25400">
            <a:solidFill>
              <a:srgbClr val="FFFFFF"/>
            </a:solidFill>
          </a:ln>
        </p:spPr>
        <p:txBody>
          <a:bodyPr lIns="45719" rIns="45719" anchor="ctr"/>
          <a:lstStyle/>
          <a:p>
            <a:pPr/>
          </a:p>
        </p:txBody>
      </p:sp>
      <p:pic>
        <p:nvPicPr>
          <p:cNvPr id="154" name="8dfc03c5-bb55-4d16-bb3a-f09711cd6a33.jpeg" descr="8dfc03c5-bb55-4d16-bb3a-f09711cd6a33.jpeg"/>
          <p:cNvPicPr>
            <a:picLocks noChangeAspect="1"/>
          </p:cNvPicPr>
          <p:nvPr/>
        </p:nvPicPr>
        <p:blipFill>
          <a:blip r:embed="rId4">
            <a:extLst/>
          </a:blip>
          <a:stretch>
            <a:fillRect/>
          </a:stretch>
        </p:blipFill>
        <p:spPr>
          <a:xfrm>
            <a:off x="2733205" y="2651915"/>
            <a:ext cx="6315094" cy="3444597"/>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Footer Placeholder 6"/>
          <p:cNvSpPr txBox="1"/>
          <p:nvPr/>
        </p:nvSpPr>
        <p:spPr>
          <a:xfrm>
            <a:off x="4693920" y="6404295"/>
            <a:ext cx="31125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FFFFFF"/>
                </a:solidFill>
                <a:latin typeface="TradeGothic"/>
                <a:ea typeface="TradeGothic"/>
                <a:cs typeface="TradeGothic"/>
                <a:sym typeface="TradeGothic"/>
              </a:defRPr>
            </a:lvl1pPr>
          </a:lstStyle>
          <a:p>
            <a:pPr/>
            <a:r>
              <a:t>@SIH Idea submission- Template</a:t>
            </a:r>
          </a:p>
        </p:txBody>
      </p:sp>
      <p:sp>
        <p:nvSpPr>
          <p:cNvPr id="157" name="Rectangle 9"/>
          <p:cNvSpPr/>
          <p:nvPr/>
        </p:nvSpPr>
        <p:spPr>
          <a:xfrm>
            <a:off x="-1" y="6354762"/>
            <a:ext cx="12192001" cy="503239"/>
          </a:xfrm>
          <a:prstGeom prst="rect">
            <a:avLst/>
          </a:prstGeom>
          <a:solidFill>
            <a:srgbClr val="0070C0"/>
          </a:solidFill>
          <a:ln w="12700">
            <a:miter lim="400000"/>
          </a:ln>
          <a:effectLst>
            <a:outerShdw sx="100000" sy="100000" kx="0" ky="0" algn="b" rotWithShape="0" blurRad="0" dist="23000" dir="5400000">
              <a:srgbClr val="808080">
                <a:alpha val="34999"/>
              </a:srgbClr>
            </a:outerShdw>
          </a:effectLst>
        </p:spPr>
        <p:txBody>
          <a:bodyPr lIns="45719" rIns="45719" anchor="ctr"/>
          <a:lstStyle/>
          <a:p>
            <a:pPr algn="ctr">
              <a:defRPr>
                <a:solidFill>
                  <a:srgbClr val="953735"/>
                </a:solidFill>
              </a:defRPr>
            </a:pPr>
          </a:p>
        </p:txBody>
      </p:sp>
      <p:sp>
        <p:nvSpPr>
          <p:cNvPr id="158" name="Title 1"/>
          <p:cNvSpPr txBox="1"/>
          <p:nvPr>
            <p:ph type="title"/>
          </p:nvPr>
        </p:nvSpPr>
        <p:spPr>
          <a:xfrm>
            <a:off x="514413" y="84412"/>
            <a:ext cx="10972801" cy="1143001"/>
          </a:xfrm>
          <a:prstGeom prst="rect">
            <a:avLst/>
          </a:prstGeom>
        </p:spPr>
        <p:txBody>
          <a:bodyPr/>
          <a:lstStyle>
            <a:lvl1pPr>
              <a:defRPr b="1" sz="3600">
                <a:latin typeface="Times New Roman"/>
                <a:ea typeface="Times New Roman"/>
                <a:cs typeface="Times New Roman"/>
                <a:sym typeface="Times New Roman"/>
              </a:defRPr>
            </a:lvl1pPr>
          </a:lstStyle>
          <a:p>
            <a:pPr/>
            <a:r>
              <a:t>RESEARCH  AND REFERENCES</a:t>
            </a:r>
          </a:p>
        </p:txBody>
      </p:sp>
      <p:sp>
        <p:nvSpPr>
          <p:cNvPr id="159" name="TextBox 8"/>
          <p:cNvSpPr txBox="1"/>
          <p:nvPr/>
        </p:nvSpPr>
        <p:spPr>
          <a:xfrm>
            <a:off x="566353" y="2122752"/>
            <a:ext cx="11222470" cy="107017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i="1" sz="2200">
                <a:latin typeface="Times New Roman"/>
                <a:ea typeface="Times New Roman"/>
                <a:cs typeface="Times New Roman"/>
                <a:sym typeface="Times New Roman"/>
              </a:defRPr>
            </a:pPr>
            <a:r>
              <a:rPr i="0"/>
              <a:t>(2023). </a:t>
            </a:r>
            <a:r>
              <a:t>Performance analysis of</a:t>
            </a:r>
            <a:r>
              <a:rPr i="0"/>
              <a:t> </a:t>
            </a:r>
            <a:r>
              <a:t>an outdoor Li-Fi system-based AO-OFDM architecture under different FSO</a:t>
            </a:r>
            <a:r>
              <a:rPr i="0"/>
              <a:t> </a:t>
            </a:r>
            <a:r>
              <a:t>turbulence and weather conditions</a:t>
            </a:r>
            <a:r>
              <a:rPr i="0"/>
              <a:t>. </a:t>
            </a:r>
            <a:r>
              <a:t>Optik 273.</a:t>
            </a:r>
          </a:p>
          <a:p>
            <a:pPr>
              <a:defRPr sz="2200">
                <a:solidFill>
                  <a:srgbClr val="0563C1"/>
                </a:solidFill>
                <a:latin typeface="Times New Roman"/>
                <a:ea typeface="Times New Roman"/>
                <a:cs typeface="Times New Roman"/>
                <a:sym typeface="Times New Roman"/>
              </a:defRPr>
            </a:pPr>
            <a:r>
              <a:t>https://doi.org/10.1016/j.ijleo.2022.170427</a:t>
            </a:r>
          </a:p>
        </p:txBody>
      </p:sp>
      <p:sp>
        <p:nvSpPr>
          <p:cNvPr id="160" name="Slide Number Placeholder 5"/>
          <p:cNvSpPr txBox="1"/>
          <p:nvPr>
            <p:ph type="sldNum" sz="quarter" idx="2"/>
          </p:nvPr>
        </p:nvSpPr>
        <p:spPr>
          <a:xfrm>
            <a:off x="11393502" y="6404295"/>
            <a:ext cx="188898" cy="269241"/>
          </a:xfrm>
          <a:prstGeom prst="rect">
            <a:avLst/>
          </a:prstGeom>
          <a:extLst>
            <a:ext uri="{C572A759-6A51-4108-AA02-DFA0A04FC94B}">
              <ma14:wrappingTextBoxFlag xmlns:ma14="http://schemas.microsoft.com/office/mac/drawingml/2011/main" val="1"/>
            </a:ext>
          </a:extLst>
        </p:spPr>
        <p:txBody>
          <a:bodyPr/>
          <a:lstStyle>
            <a:lvl1pPr>
              <a:defRPr b="1">
                <a:solidFill>
                  <a:srgbClr val="FFFFFF"/>
                </a:solidFill>
              </a:defRPr>
            </a:lvl1pPr>
          </a:lstStyle>
          <a:p>
            <a:pPr/>
            <a:fld id="{86CB4B4D-7CA3-9044-876B-883B54F8677D}" type="slidenum"/>
          </a:p>
        </p:txBody>
      </p:sp>
      <p:grpSp>
        <p:nvGrpSpPr>
          <p:cNvPr id="163" name="Oval 8"/>
          <p:cNvGrpSpPr/>
          <p:nvPr/>
        </p:nvGrpSpPr>
        <p:grpSpPr>
          <a:xfrm>
            <a:off x="329772" y="197269"/>
            <a:ext cx="1251859" cy="917288"/>
            <a:chOff x="0" y="0"/>
            <a:chExt cx="1251857" cy="917287"/>
          </a:xfrm>
        </p:grpSpPr>
        <p:sp>
          <p:nvSpPr>
            <p:cNvPr id="161" name="Oval"/>
            <p:cNvSpPr/>
            <p:nvPr/>
          </p:nvSpPr>
          <p:spPr>
            <a:xfrm>
              <a:off x="0" y="54976"/>
              <a:ext cx="1251858" cy="807335"/>
            </a:xfrm>
            <a:prstGeom prst="ellipse">
              <a:avLst/>
            </a:prstGeom>
            <a:solidFill>
              <a:srgbClr val="FFFFFF"/>
            </a:solidFill>
            <a:ln w="25400" cap="flat">
              <a:solidFill>
                <a:schemeClr val="accent4"/>
              </a:solidFill>
              <a:prstDash val="solid"/>
              <a:round/>
            </a:ln>
            <a:effectLst/>
          </p:spPr>
          <p:txBody>
            <a:bodyPr wrap="square" lIns="45719" tIns="45719" rIns="45719" bIns="45719" numCol="1" anchor="ctr">
              <a:noAutofit/>
            </a:bodyPr>
            <a:lstStyle/>
            <a:p>
              <a:pPr algn="ctr"/>
            </a:p>
          </p:txBody>
        </p:sp>
        <p:sp>
          <p:nvSpPr>
            <p:cNvPr id="162" name="Your Team Name"/>
            <p:cNvSpPr txBox="1"/>
            <p:nvPr/>
          </p:nvSpPr>
          <p:spPr>
            <a:xfrm>
              <a:off x="241749" y="-1"/>
              <a:ext cx="768358" cy="9172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lstStyle>
            <a:p>
              <a:pPr/>
              <a:r>
                <a:t>Your Team Name</a:t>
              </a:r>
            </a:p>
          </p:txBody>
        </p:sp>
      </p:grpSp>
      <p:pic>
        <p:nvPicPr>
          <p:cNvPr id="164" name="Picture 2" descr="Picture 2"/>
          <p:cNvPicPr>
            <a:picLocks noChangeAspect="1"/>
          </p:cNvPicPr>
          <p:nvPr/>
        </p:nvPicPr>
        <p:blipFill>
          <a:blip r:embed="rId3">
            <a:extLst/>
          </a:blip>
          <a:stretch>
            <a:fillRect/>
          </a:stretch>
        </p:blipFill>
        <p:spPr>
          <a:xfrm>
            <a:off x="9841365" y="57096"/>
            <a:ext cx="2209121" cy="1122869"/>
          </a:xfrm>
          <a:prstGeom prst="rect">
            <a:avLst/>
          </a:prstGeom>
          <a:ln w="12700">
            <a:miter lim="400000"/>
          </a:ln>
        </p:spPr>
      </p:pic>
      <p:pic>
        <p:nvPicPr>
          <p:cNvPr id="165" name="IMG_1042.jpeg" descr="IMG_1042.jpeg"/>
          <p:cNvPicPr>
            <a:picLocks noChangeAspect="1"/>
          </p:cNvPicPr>
          <p:nvPr/>
        </p:nvPicPr>
        <p:blipFill>
          <a:blip r:embed="rId4">
            <a:extLst/>
          </a:blip>
          <a:stretch>
            <a:fillRect/>
          </a:stretch>
        </p:blipFill>
        <p:spPr>
          <a:xfrm>
            <a:off x="265706" y="66508"/>
            <a:ext cx="1379992" cy="1379992"/>
          </a:xfrm>
          <a:prstGeom prst="rect">
            <a:avLst/>
          </a:prstGeom>
          <a:ln w="12700">
            <a:miter lim="400000"/>
          </a:ln>
        </p:spPr>
      </p:pic>
      <p:sp>
        <p:nvSpPr>
          <p:cNvPr id="166" name="Rounded Rectangle"/>
          <p:cNvSpPr/>
          <p:nvPr/>
        </p:nvSpPr>
        <p:spPr>
          <a:xfrm>
            <a:off x="10749620" y="774450"/>
            <a:ext cx="1476663" cy="450011"/>
          </a:xfrm>
          <a:prstGeom prst="roundRect">
            <a:avLst>
              <a:gd name="adj" fmla="val 37265"/>
            </a:avLst>
          </a:prstGeom>
          <a:solidFill>
            <a:srgbClr val="FFFFFF"/>
          </a:solidFill>
          <a:ln w="25400">
            <a:solidFill>
              <a:srgbClr val="FFFFFF"/>
            </a:solidFill>
          </a:ln>
        </p:spPr>
        <p:txBody>
          <a:bodyPr lIns="45719" rIns="45719" anchor="ctr"/>
          <a:lstStyle/>
          <a:p>
            <a:pPr/>
          </a:p>
        </p:txBody>
      </p:sp>
      <p:sp>
        <p:nvSpPr>
          <p:cNvPr id="167" name="Rounded Rectangle"/>
          <p:cNvSpPr/>
          <p:nvPr/>
        </p:nvSpPr>
        <p:spPr>
          <a:xfrm>
            <a:off x="928108" y="3564342"/>
            <a:ext cx="2612099" cy="1639840"/>
          </a:xfrm>
          <a:prstGeom prst="roundRect">
            <a:avLst>
              <a:gd name="adj" fmla="val 10852"/>
            </a:avLst>
          </a:prstGeom>
          <a:solidFill>
            <a:srgbClr val="FFFFFF"/>
          </a:solidFill>
          <a:ln w="25400">
            <a:solidFill>
              <a:schemeClr val="accent1"/>
            </a:solidFill>
          </a:ln>
          <a:effectLst>
            <a:outerShdw sx="100000" sy="100000" kx="0" ky="0" algn="b" rotWithShape="0" blurRad="38100" dist="23000" dir="5400000">
              <a:srgbClr val="000000">
                <a:alpha val="35000"/>
              </a:srgbClr>
            </a:outerShdw>
          </a:effectLst>
        </p:spPr>
        <p:txBody>
          <a:bodyPr lIns="45719" rIns="45719" anchor="ctr"/>
          <a:lstStyle/>
          <a:p>
            <a:pPr/>
          </a:p>
        </p:txBody>
      </p:sp>
      <p:sp>
        <p:nvSpPr>
          <p:cNvPr id="168" name="AI Tools used-  Gemini…"/>
          <p:cNvSpPr txBox="1"/>
          <p:nvPr/>
        </p:nvSpPr>
        <p:spPr>
          <a:xfrm>
            <a:off x="1123006" y="3624411"/>
            <a:ext cx="6505685" cy="20856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AI Tools used-  Gemini</a:t>
            </a:r>
          </a:p>
          <a:p>
            <a:pPr/>
            <a:r>
              <a:t>Simulation Tools-</a:t>
            </a:r>
          </a:p>
          <a:p>
            <a:pPr/>
            <a:r>
              <a:t>LTSpice</a:t>
            </a:r>
          </a:p>
          <a:p>
            <a:pPr/>
            <a:r>
              <a:rPr u="sng">
                <a:solidFill>
                  <a:srgbClr val="0000FF"/>
                </a:solidFill>
                <a:uFill>
                  <a:solidFill>
                    <a:srgbClr val="0000FF"/>
                  </a:solidFill>
                </a:uFill>
                <a:hlinkClick r:id="rId5" invalidUrl="" action="" tgtFrame="" tooltip="" history="1" highlightClick="0" endSnd="0"/>
              </a:rPr>
              <a:t>falstad.com</a:t>
            </a:r>
          </a:p>
          <a:p>
            <a:pPr/>
            <a:r>
              <a:t>VN Editor </a:t>
            </a:r>
          </a:p>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